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9"/>
  </p:notesMasterIdLst>
  <p:handoutMasterIdLst>
    <p:handoutMasterId r:id="rId30"/>
  </p:handoutMasterIdLst>
  <p:sldIdLst>
    <p:sldId id="1833" r:id="rId5"/>
    <p:sldId id="257" r:id="rId6"/>
    <p:sldId id="258" r:id="rId7"/>
    <p:sldId id="2147377436" r:id="rId8"/>
    <p:sldId id="2147377438" r:id="rId9"/>
    <p:sldId id="2145706120" r:id="rId10"/>
    <p:sldId id="2147377439" r:id="rId11"/>
    <p:sldId id="2147377452" r:id="rId12"/>
    <p:sldId id="2147377442" r:id="rId13"/>
    <p:sldId id="2147377447" r:id="rId14"/>
    <p:sldId id="2147377448" r:id="rId15"/>
    <p:sldId id="2147377450" r:id="rId16"/>
    <p:sldId id="2147377459" r:id="rId17"/>
    <p:sldId id="2147377451" r:id="rId18"/>
    <p:sldId id="2147377455" r:id="rId19"/>
    <p:sldId id="2147377453" r:id="rId20"/>
    <p:sldId id="2147377454" r:id="rId21"/>
    <p:sldId id="2147377462" r:id="rId22"/>
    <p:sldId id="2147377456" r:id="rId23"/>
    <p:sldId id="2147377457" r:id="rId24"/>
    <p:sldId id="2147377461" r:id="rId25"/>
    <p:sldId id="2147377463" r:id="rId26"/>
    <p:sldId id="2147377433" r:id="rId27"/>
    <p:sldId id="1831" r:id="rId28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3A5832-6885-D87A-AA9B-94D1F6B1AA79}" name="Albrecht, Kristy | APHL" initials="AA" userId="S::kristy.albrecht@aphl.org::1e0ed40a-3c96-4805-b7a7-d1dcf40e0208" providerId="AD"/>
  <p188:author id="{3C062942-145B-DF55-8A42-CF7B19ACBEDF}" name="Madeline Rooney | APHL" initials="MR" userId="Madeline Rooney | APHL" providerId="None"/>
  <p188:author id="{38FDC787-D200-9AD4-DACE-27BC9920F720}" name="Rooney, Madeline | APHL" initials="RA" userId="S::madeline.rooney@aphl.org::44439590-5e49-4cb1-8117-34e596d44335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oyer, Ben | APHL" initials="MB|A" lastIdx="1" clrIdx="0">
    <p:extLst>
      <p:ext uri="{19B8F6BF-5375-455C-9EA6-DF929625EA0E}">
        <p15:presenceInfo xmlns:p15="http://schemas.microsoft.com/office/powerpoint/2012/main" userId="S::Ben.Moyer@aphl.org::da4be8bd-7c48-4e94-9f92-0eddcb9385e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2E34"/>
    <a:srgbClr val="FFFF00"/>
    <a:srgbClr val="00B4AF"/>
    <a:srgbClr val="00A0AF"/>
    <a:srgbClr val="FFFFFF"/>
    <a:srgbClr val="FDFDFD"/>
    <a:srgbClr val="4F779E"/>
    <a:srgbClr val="000000"/>
    <a:srgbClr val="0073AE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69" autoAdjust="0"/>
    <p:restoredTop sz="81462" autoAdjust="0"/>
  </p:normalViewPr>
  <p:slideViewPr>
    <p:cSldViewPr snapToGrid="0">
      <p:cViewPr>
        <p:scale>
          <a:sx n="81" d="100"/>
          <a:sy n="81" d="100"/>
        </p:scale>
        <p:origin x="744" y="376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>
            <a:extLst>
              <a:ext uri="{FF2B5EF4-FFF2-40B4-BE49-F238E27FC236}">
                <a16:creationId xmlns:a16="http://schemas.microsoft.com/office/drawing/2014/main" id="{07AEC48F-22AC-4DF1-B1B5-0DBA427F00D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9993295E-E1B9-4613-9328-41E73FF1B7F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487248-395E-43C7-BF4F-D00C5F5B2E35}" type="datetimeFigureOut">
              <a:rPr lang="en-US" smtClean="0"/>
              <a:t>3/6/26</a:t>
            </a:fld>
            <a:endParaRPr lang="en-US" dirty="0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A42EDE4B-24E7-455B-B8A7-35C7CA8E135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5FF5185E-BE4E-46DA-A503-97787759F4D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2E6D48-02F9-4C17-AFA9-EED1DA876E6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25584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D7AD6A-ED84-4F8E-A912-F7C11544A729}" type="datetimeFigureOut">
              <a:rPr lang="en-US" smtClean="0"/>
              <a:t>3/6/26</a:t>
            </a:fld>
            <a:endParaRPr lang="en-US" dirty="0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C30964-BF55-46F8-B0CF-231697E08BC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7269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C30964-BF55-46F8-B0CF-231697E08BC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42847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9" name="Google Shape;17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CC155-52FC-DAFF-7603-DFDDB50FC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2444FB-2DA6-173A-D9B4-CD4F5F52CD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044D45-1689-301E-4181-ACDB7B89A8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ED058-31A9-0A01-9B6B-A1F6237DE1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C30964-BF55-46F8-B0CF-231697E08BC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8399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C7BBE-9F21-B548-994E-590FC7645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A405EF-3792-FC45-7DA8-78EBAC0051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138002-F8FA-DF6A-EF23-1CDA699E1E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21D5C-599C-4E10-BAEF-ACA474DF26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C30964-BF55-46F8-B0CF-231697E08BC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09824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F88C8-F1E1-2BE8-8248-BAFC0B847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90E091-A713-1308-F39F-B84F0D3F94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393D5F-706F-A73D-2655-106C8AF1D9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382A62-D85D-A4CC-6E27-35663411D3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C30964-BF55-46F8-B0CF-231697E08BC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94308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911B0-A96E-4911-67B9-A177204FB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45CE92-FF78-EB45-06A2-314BC34D11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11803F-31F8-109A-C697-17CFC603DA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816DF1-7476-0E59-78EF-737C790298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C30964-BF55-46F8-B0CF-231697E08BCE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31031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2E562-FE37-1F3D-67A9-15B1ABE02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E1AE54-2498-94D4-4D11-B18C8DA24F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F62D2C-90E5-7CB9-9A5D-26BB7A54AB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A53C09-D5A4-CA7A-447C-D50A5225A3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C30964-BF55-46F8-B0CF-231697E08BCE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035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A6427-7953-BBC9-6CE8-7DA52A5D2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94D08F-90D0-5ACA-4AD7-7FCA0572DC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D81955-DE5E-3BF9-8A5A-5A37A87886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7B7397-5BCB-83E1-EBE6-F694BA3FF3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C30964-BF55-46F8-B0CF-231697E08BCE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8789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AFD4D-F517-A95A-D810-08FD99118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1B9FB3-CB25-706C-0858-A44465607F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A18B4C-6753-BA10-52FA-E26497BD7A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9C09E0-A3B7-9BD7-2110-94A6DB0E25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C30964-BF55-46F8-B0CF-231697E08BCE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6630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A202B-C594-B300-2B29-354130B2C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D9119D-67C6-CD22-988E-284C110BA8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C2C5BF-0F36-31F5-67BA-8FFF0DD392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59AC0F-360D-F047-74EA-77DCE48AF4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C30964-BF55-46F8-B0CF-231697E08BCE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0131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CDFD9-0565-B124-8C27-0E1DEB06B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DB43A5-CB47-CBBA-8314-FAE00733EE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1B7341-F02B-F98C-0286-A657EF86EE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771AB8-A98E-F94B-BD1D-84B063A2F8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C30964-BF55-46F8-B0CF-231697E08BCE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4173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42FF0-B16B-8B0D-37AB-CEC8E5550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9B00B1-6021-029A-3802-F702E788A3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AE456D-A23D-0EF1-DA35-B02118D102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732530-189D-189B-FD7A-7DD9B3A830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C30964-BF55-46F8-B0CF-231697E08BCE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6545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260B4-86D3-0CCF-4C4D-8FFD48834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F6CE19-0390-D217-67AB-E0764CDB8F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C402D4-8BE7-836F-0566-32358CB7D6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1C4AC4-2F85-620B-5E0B-C4644EF5AE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C30964-BF55-46F8-B0CF-231697E08BCE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04676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A67A4-279B-91CF-A670-197EC2486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92150D-6959-5F6F-A5DE-9542CEC157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29240A-2EE9-818B-BDA9-991A224B3D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266720-7E66-799D-6B3D-B21E3E9729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C30964-BF55-46F8-B0CF-231697E08BCE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1641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EAA82-8D32-7EFD-8869-CE58CCF12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CCDAE7-0606-2429-BBDE-85893A78BF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C4615E-0023-1F3D-650C-84A95DFCCB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75C096-2E4E-5922-B63C-2DA79D110B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C30964-BF55-46F8-B0CF-231697E08BCE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72764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CA814-045E-7342-56D2-8EA0E6B75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05389B-C674-44FA-4EB1-E8510509F1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DAD14A-7A24-DDF2-B532-E1AE6B9640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B36A01-B756-66E9-9EF5-6A8674B9B0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C30964-BF55-46F8-B0CF-231697E08BCE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93424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E77BF-3740-3B78-2805-F707A9E79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68A9AD-4A16-CD45-8D40-7EFED25285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A8697B-6960-612A-0B8F-09D5E92F93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4E0FB8-B91A-26F9-58C4-F012D14761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C30964-BF55-46F8-B0CF-231697E08BCE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9496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15AE1-C9B4-51D8-BFE3-7896219E7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DD222F-2EF9-4D78-F7E5-620F6FBC63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E90182-F5E4-1BB7-56D0-269D002BD3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24010F-E1D2-7220-E9EC-FB7B103905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C30964-BF55-46F8-B0CF-231697E08BCE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4038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C30964-BF55-46F8-B0CF-231697E08BCE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420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1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braz 5">
            <a:extLst>
              <a:ext uri="{FF2B5EF4-FFF2-40B4-BE49-F238E27FC236}">
                <a16:creationId xmlns:a16="http://schemas.microsoft.com/office/drawing/2014/main" id="{D6891DCF-2742-43A9-8E93-9EB4D3D9D7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7845" b="784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Prostokąt 7">
            <a:extLst>
              <a:ext uri="{FF2B5EF4-FFF2-40B4-BE49-F238E27FC236}">
                <a16:creationId xmlns:a16="http://schemas.microsoft.com/office/drawing/2014/main" id="{C570B86B-6352-40B7-8558-EF74AFBB0670}"/>
              </a:ext>
            </a:extLst>
          </p:cNvPr>
          <p:cNvSpPr/>
          <p:nvPr/>
        </p:nvSpPr>
        <p:spPr>
          <a:xfrm>
            <a:off x="4233" y="0"/>
            <a:ext cx="12192000" cy="6858000"/>
          </a:xfrm>
          <a:prstGeom prst="rect">
            <a:avLst/>
          </a:prstGeom>
          <a:solidFill>
            <a:schemeClr val="accent1">
              <a:lumMod val="50000"/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/>
          </a:p>
        </p:txBody>
      </p:sp>
      <p:grpSp>
        <p:nvGrpSpPr>
          <p:cNvPr id="8" name="Grupa 7">
            <a:extLst>
              <a:ext uri="{FF2B5EF4-FFF2-40B4-BE49-F238E27FC236}">
                <a16:creationId xmlns:a16="http://schemas.microsoft.com/office/drawing/2014/main" id="{7C1281C2-CA47-419D-844A-5B0680AE7B17}"/>
              </a:ext>
            </a:extLst>
          </p:cNvPr>
          <p:cNvGrpSpPr/>
          <p:nvPr userDrawn="1"/>
        </p:nvGrpSpPr>
        <p:grpSpPr>
          <a:xfrm>
            <a:off x="3563759" y="0"/>
            <a:ext cx="4860000" cy="2734724"/>
            <a:chOff x="3563759" y="0"/>
            <a:chExt cx="4860000" cy="2734724"/>
          </a:xfrm>
        </p:grpSpPr>
        <p:sp>
          <p:nvSpPr>
            <p:cNvPr id="21" name="Dowolny kształt: kształt 20">
              <a:extLst>
                <a:ext uri="{FF2B5EF4-FFF2-40B4-BE49-F238E27FC236}">
                  <a16:creationId xmlns:a16="http://schemas.microsoft.com/office/drawing/2014/main" id="{03598EBC-9F81-4EBC-B4FA-6F96BBAF3BFB}"/>
                </a:ext>
              </a:extLst>
            </p:cNvPr>
            <p:cNvSpPr/>
            <p:nvPr userDrawn="1"/>
          </p:nvSpPr>
          <p:spPr>
            <a:xfrm>
              <a:off x="3563759" y="0"/>
              <a:ext cx="4860000" cy="2734724"/>
            </a:xfrm>
            <a:custGeom>
              <a:avLst/>
              <a:gdLst>
                <a:gd name="connsiteX0" fmla="*/ 21134 w 4860000"/>
                <a:gd name="connsiteY0" fmla="*/ 0 h 2734724"/>
                <a:gd name="connsiteX1" fmla="*/ 4838866 w 4860000"/>
                <a:gd name="connsiteY1" fmla="*/ 0 h 2734724"/>
                <a:gd name="connsiteX2" fmla="*/ 4847454 w 4860000"/>
                <a:gd name="connsiteY2" fmla="*/ 56271 h 2734724"/>
                <a:gd name="connsiteX3" fmla="*/ 4860000 w 4860000"/>
                <a:gd name="connsiteY3" fmla="*/ 304724 h 2734724"/>
                <a:gd name="connsiteX4" fmla="*/ 2430000 w 4860000"/>
                <a:gd name="connsiteY4" fmla="*/ 2734724 h 2734724"/>
                <a:gd name="connsiteX5" fmla="*/ 0 w 4860000"/>
                <a:gd name="connsiteY5" fmla="*/ 304724 h 2734724"/>
                <a:gd name="connsiteX6" fmla="*/ 12546 w 4860000"/>
                <a:gd name="connsiteY6" fmla="*/ 56271 h 2734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60000" h="2734724">
                  <a:moveTo>
                    <a:pt x="21134" y="0"/>
                  </a:moveTo>
                  <a:lnTo>
                    <a:pt x="4838866" y="0"/>
                  </a:lnTo>
                  <a:lnTo>
                    <a:pt x="4847454" y="56271"/>
                  </a:lnTo>
                  <a:cubicBezTo>
                    <a:pt x="4855750" y="137960"/>
                    <a:pt x="4860000" y="220846"/>
                    <a:pt x="4860000" y="304724"/>
                  </a:cubicBezTo>
                  <a:cubicBezTo>
                    <a:pt x="4860000" y="1646776"/>
                    <a:pt x="3772052" y="2734724"/>
                    <a:pt x="2430000" y="2734724"/>
                  </a:cubicBezTo>
                  <a:cubicBezTo>
                    <a:pt x="1087948" y="2734724"/>
                    <a:pt x="0" y="1646776"/>
                    <a:pt x="0" y="304724"/>
                  </a:cubicBezTo>
                  <a:cubicBezTo>
                    <a:pt x="0" y="220846"/>
                    <a:pt x="4250" y="137960"/>
                    <a:pt x="12546" y="56271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tIns="72000" bIns="72000" rtlCol="0" anchor="ctr">
              <a:noAutofit/>
            </a:bodyPr>
            <a:lstStyle/>
            <a:p>
              <a:pPr algn="ctr">
                <a:spcAft>
                  <a:spcPts val="600"/>
                </a:spcAft>
              </a:pPr>
              <a:endParaRPr lang="en-US" sz="1800" dirty="0"/>
            </a:p>
          </p:txBody>
        </p:sp>
        <p:sp>
          <p:nvSpPr>
            <p:cNvPr id="15" name="Dowolny kształt: kształt 14">
              <a:extLst>
                <a:ext uri="{FF2B5EF4-FFF2-40B4-BE49-F238E27FC236}">
                  <a16:creationId xmlns:a16="http://schemas.microsoft.com/office/drawing/2014/main" id="{F7A18276-8C93-42F7-B806-955F48D7E562}"/>
                </a:ext>
              </a:extLst>
            </p:cNvPr>
            <p:cNvSpPr/>
            <p:nvPr userDrawn="1"/>
          </p:nvSpPr>
          <p:spPr>
            <a:xfrm>
              <a:off x="3716759" y="0"/>
              <a:ext cx="4554000" cy="2581724"/>
            </a:xfrm>
            <a:custGeom>
              <a:avLst/>
              <a:gdLst>
                <a:gd name="connsiteX0" fmla="*/ 22731 w 4554000"/>
                <a:gd name="connsiteY0" fmla="*/ 0 h 2581724"/>
                <a:gd name="connsiteX1" fmla="*/ 4531269 w 4554000"/>
                <a:gd name="connsiteY1" fmla="*/ 0 h 2581724"/>
                <a:gd name="connsiteX2" fmla="*/ 4542244 w 4554000"/>
                <a:gd name="connsiteY2" fmla="*/ 71914 h 2581724"/>
                <a:gd name="connsiteX3" fmla="*/ 4554000 w 4554000"/>
                <a:gd name="connsiteY3" fmla="*/ 304724 h 2581724"/>
                <a:gd name="connsiteX4" fmla="*/ 2277000 w 4554000"/>
                <a:gd name="connsiteY4" fmla="*/ 2581724 h 2581724"/>
                <a:gd name="connsiteX5" fmla="*/ 0 w 4554000"/>
                <a:gd name="connsiteY5" fmla="*/ 304724 h 2581724"/>
                <a:gd name="connsiteX6" fmla="*/ 11756 w 4554000"/>
                <a:gd name="connsiteY6" fmla="*/ 71914 h 2581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000" h="2581724">
                  <a:moveTo>
                    <a:pt x="22731" y="0"/>
                  </a:moveTo>
                  <a:lnTo>
                    <a:pt x="4531269" y="0"/>
                  </a:lnTo>
                  <a:lnTo>
                    <a:pt x="4542244" y="71914"/>
                  </a:lnTo>
                  <a:cubicBezTo>
                    <a:pt x="4550018" y="148460"/>
                    <a:pt x="4554000" y="226127"/>
                    <a:pt x="4554000" y="304724"/>
                  </a:cubicBezTo>
                  <a:cubicBezTo>
                    <a:pt x="4554000" y="1562276"/>
                    <a:pt x="3534552" y="2581724"/>
                    <a:pt x="2277000" y="2581724"/>
                  </a:cubicBezTo>
                  <a:cubicBezTo>
                    <a:pt x="1019448" y="2581724"/>
                    <a:pt x="0" y="1562276"/>
                    <a:pt x="0" y="304724"/>
                  </a:cubicBezTo>
                  <a:cubicBezTo>
                    <a:pt x="0" y="226127"/>
                    <a:pt x="3982" y="148460"/>
                    <a:pt x="11756" y="719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tIns="72000" bIns="72000" rtlCol="0" anchor="ctr">
              <a:noAutofit/>
            </a:bodyPr>
            <a:lstStyle/>
            <a:p>
              <a:pPr algn="ctr">
                <a:spcAft>
                  <a:spcPts val="600"/>
                </a:spcAft>
              </a:pPr>
              <a:endParaRPr lang="en-US" sz="180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AB817F-D174-48BA-9628-6BA67D202568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800100" y="3239620"/>
            <a:ext cx="10591800" cy="1950561"/>
          </a:xfrm>
        </p:spPr>
        <p:txBody>
          <a:bodyPr anchor="ctr">
            <a:noAutofit/>
          </a:bodyPr>
          <a:lstStyle>
            <a:lvl1pPr algn="ctr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811597-91A2-411F-BB70-6B13A1808507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800100" y="5356079"/>
            <a:ext cx="10591800" cy="81071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E422B-D5AA-4758-B6DE-EF79659FEDE6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>
          <a:xfrm>
            <a:off x="5581651" y="6329835"/>
            <a:ext cx="10287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3BAEBB3-6971-4A70-B89F-25B2367A9074}" type="datetime1">
              <a:rPr lang="en-US" smtClean="0"/>
              <a:t>3/6/26</a:t>
            </a:fld>
            <a:endParaRPr lang="en-US" dirty="0"/>
          </a:p>
        </p:txBody>
      </p:sp>
      <p:sp>
        <p:nvSpPr>
          <p:cNvPr id="25" name="Grafika 4">
            <a:extLst>
              <a:ext uri="{FF2B5EF4-FFF2-40B4-BE49-F238E27FC236}">
                <a16:creationId xmlns:a16="http://schemas.microsoft.com/office/drawing/2014/main" id="{3B359F1A-1A7B-47E6-B95A-542A72FF5628}"/>
              </a:ext>
            </a:extLst>
          </p:cNvPr>
          <p:cNvSpPr/>
          <p:nvPr userDrawn="1"/>
        </p:nvSpPr>
        <p:spPr>
          <a:xfrm>
            <a:off x="5162609" y="572620"/>
            <a:ext cx="1763899" cy="1172297"/>
          </a:xfrm>
          <a:custGeom>
            <a:avLst/>
            <a:gdLst>
              <a:gd name="connsiteX0" fmla="*/ 3715 w 1480470"/>
              <a:gd name="connsiteY0" fmla="*/ 983930 h 983929"/>
              <a:gd name="connsiteX1" fmla="*/ 70485 w 1480470"/>
              <a:gd name="connsiteY1" fmla="*/ 983930 h 983929"/>
              <a:gd name="connsiteX2" fmla="*/ 88011 w 1480470"/>
              <a:gd name="connsiteY2" fmla="*/ 949449 h 983929"/>
              <a:gd name="connsiteX3" fmla="*/ 209169 w 1480470"/>
              <a:gd name="connsiteY3" fmla="*/ 949449 h 983929"/>
              <a:gd name="connsiteX4" fmla="*/ 227743 w 1480470"/>
              <a:gd name="connsiteY4" fmla="*/ 983930 h 983929"/>
              <a:gd name="connsiteX5" fmla="*/ 294227 w 1480470"/>
              <a:gd name="connsiteY5" fmla="*/ 983930 h 983929"/>
              <a:gd name="connsiteX6" fmla="*/ 187166 w 1480470"/>
              <a:gd name="connsiteY6" fmla="*/ 788953 h 983929"/>
              <a:gd name="connsiteX7" fmla="*/ 109347 w 1480470"/>
              <a:gd name="connsiteY7" fmla="*/ 788953 h 983929"/>
              <a:gd name="connsiteX8" fmla="*/ 3715 w 1480470"/>
              <a:gd name="connsiteY8" fmla="*/ 983930 h 983929"/>
              <a:gd name="connsiteX9" fmla="*/ 148114 w 1480470"/>
              <a:gd name="connsiteY9" fmla="*/ 834197 h 983929"/>
              <a:gd name="connsiteX10" fmla="*/ 186880 w 1480470"/>
              <a:gd name="connsiteY10" fmla="*/ 907444 h 983929"/>
              <a:gd name="connsiteX11" fmla="*/ 110395 w 1480470"/>
              <a:gd name="connsiteY11" fmla="*/ 907444 h 983929"/>
              <a:gd name="connsiteX12" fmla="*/ 148114 w 1480470"/>
              <a:gd name="connsiteY12" fmla="*/ 834197 h 983929"/>
              <a:gd name="connsiteX13" fmla="*/ 421672 w 1480470"/>
              <a:gd name="connsiteY13" fmla="*/ 983930 h 983929"/>
              <a:gd name="connsiteX14" fmla="*/ 481489 w 1480470"/>
              <a:gd name="connsiteY14" fmla="*/ 983930 h 983929"/>
              <a:gd name="connsiteX15" fmla="*/ 481489 w 1480470"/>
              <a:gd name="connsiteY15" fmla="*/ 934876 h 983929"/>
              <a:gd name="connsiteX16" fmla="*/ 600265 w 1480470"/>
              <a:gd name="connsiteY16" fmla="*/ 934876 h 983929"/>
              <a:gd name="connsiteX17" fmla="*/ 655225 w 1480470"/>
              <a:gd name="connsiteY17" fmla="*/ 872392 h 983929"/>
              <a:gd name="connsiteX18" fmla="*/ 655225 w 1480470"/>
              <a:gd name="connsiteY18" fmla="*/ 855723 h 983929"/>
              <a:gd name="connsiteX19" fmla="*/ 584644 w 1480470"/>
              <a:gd name="connsiteY19" fmla="*/ 788953 h 983929"/>
              <a:gd name="connsiteX20" fmla="*/ 421672 w 1480470"/>
              <a:gd name="connsiteY20" fmla="*/ 788953 h 983929"/>
              <a:gd name="connsiteX21" fmla="*/ 421672 w 1480470"/>
              <a:gd name="connsiteY21" fmla="*/ 983930 h 983929"/>
              <a:gd name="connsiteX22" fmla="*/ 481393 w 1480470"/>
              <a:gd name="connsiteY22" fmla="*/ 837435 h 983929"/>
              <a:gd name="connsiteX23" fmla="*/ 569214 w 1480470"/>
              <a:gd name="connsiteY23" fmla="*/ 837435 h 983929"/>
              <a:gd name="connsiteX24" fmla="*/ 593693 w 1480470"/>
              <a:gd name="connsiteY24" fmla="*/ 858200 h 983929"/>
              <a:gd name="connsiteX25" fmla="*/ 593693 w 1480470"/>
              <a:gd name="connsiteY25" fmla="*/ 865725 h 983929"/>
              <a:gd name="connsiteX26" fmla="*/ 574262 w 1480470"/>
              <a:gd name="connsiteY26" fmla="*/ 886489 h 983929"/>
              <a:gd name="connsiteX27" fmla="*/ 481393 w 1480470"/>
              <a:gd name="connsiteY27" fmla="*/ 886489 h 983929"/>
              <a:gd name="connsiteX28" fmla="*/ 481393 w 1480470"/>
              <a:gd name="connsiteY28" fmla="*/ 837435 h 983929"/>
              <a:gd name="connsiteX29" fmla="*/ 793432 w 1480470"/>
              <a:gd name="connsiteY29" fmla="*/ 983930 h 983929"/>
              <a:gd name="connsiteX30" fmla="*/ 853249 w 1480470"/>
              <a:gd name="connsiteY30" fmla="*/ 983930 h 983929"/>
              <a:gd name="connsiteX31" fmla="*/ 853249 w 1480470"/>
              <a:gd name="connsiteY31" fmla="*/ 910111 h 983929"/>
              <a:gd name="connsiteX32" fmla="*/ 979265 w 1480470"/>
              <a:gd name="connsiteY32" fmla="*/ 910111 h 983929"/>
              <a:gd name="connsiteX33" fmla="*/ 979265 w 1480470"/>
              <a:gd name="connsiteY33" fmla="*/ 983930 h 983929"/>
              <a:gd name="connsiteX34" fmla="*/ 1039082 w 1480470"/>
              <a:gd name="connsiteY34" fmla="*/ 983930 h 983929"/>
              <a:gd name="connsiteX35" fmla="*/ 1039082 w 1480470"/>
              <a:gd name="connsiteY35" fmla="*/ 788953 h 983929"/>
              <a:gd name="connsiteX36" fmla="*/ 979265 w 1480470"/>
              <a:gd name="connsiteY36" fmla="*/ 788953 h 983929"/>
              <a:gd name="connsiteX37" fmla="*/ 979265 w 1480470"/>
              <a:gd name="connsiteY37" fmla="*/ 858486 h 983929"/>
              <a:gd name="connsiteX38" fmla="*/ 853249 w 1480470"/>
              <a:gd name="connsiteY38" fmla="*/ 858486 h 983929"/>
              <a:gd name="connsiteX39" fmla="*/ 853249 w 1480470"/>
              <a:gd name="connsiteY39" fmla="*/ 788953 h 983929"/>
              <a:gd name="connsiteX40" fmla="*/ 793432 w 1480470"/>
              <a:gd name="connsiteY40" fmla="*/ 788953 h 983929"/>
              <a:gd name="connsiteX41" fmla="*/ 793432 w 1480470"/>
              <a:gd name="connsiteY41" fmla="*/ 983930 h 983929"/>
              <a:gd name="connsiteX42" fmla="*/ 1185386 w 1480470"/>
              <a:gd name="connsiteY42" fmla="*/ 983930 h 983929"/>
              <a:gd name="connsiteX43" fmla="*/ 1379601 w 1480470"/>
              <a:gd name="connsiteY43" fmla="*/ 983930 h 983929"/>
              <a:gd name="connsiteX44" fmla="*/ 1379601 w 1480470"/>
              <a:gd name="connsiteY44" fmla="*/ 933828 h 983929"/>
              <a:gd name="connsiteX45" fmla="*/ 1245203 w 1480470"/>
              <a:gd name="connsiteY45" fmla="*/ 933828 h 983929"/>
              <a:gd name="connsiteX46" fmla="*/ 1245203 w 1480470"/>
              <a:gd name="connsiteY46" fmla="*/ 788953 h 983929"/>
              <a:gd name="connsiteX47" fmla="*/ 1185386 w 1480470"/>
              <a:gd name="connsiteY47" fmla="*/ 788953 h 983929"/>
              <a:gd name="connsiteX48" fmla="*/ 1185386 w 1480470"/>
              <a:gd name="connsiteY48" fmla="*/ 983930 h 983929"/>
              <a:gd name="connsiteX49" fmla="*/ 682752 w 1480470"/>
              <a:gd name="connsiteY49" fmla="*/ 354804 h 983929"/>
              <a:gd name="connsiteX50" fmla="*/ 776383 w 1480470"/>
              <a:gd name="connsiteY50" fmla="*/ 368329 h 983929"/>
              <a:gd name="connsiteX51" fmla="*/ 690658 w 1480470"/>
              <a:gd name="connsiteY51" fmla="*/ 277651 h 983929"/>
              <a:gd name="connsiteX52" fmla="*/ 597217 w 1480470"/>
              <a:gd name="connsiteY52" fmla="*/ 262030 h 983929"/>
              <a:gd name="connsiteX53" fmla="*/ 682752 w 1480470"/>
              <a:gd name="connsiteY53" fmla="*/ 354804 h 983929"/>
              <a:gd name="connsiteX54" fmla="*/ 434911 w 1480470"/>
              <a:gd name="connsiteY54" fmla="*/ 320990 h 983929"/>
              <a:gd name="connsiteX55" fmla="*/ 542258 w 1480470"/>
              <a:gd name="connsiteY55" fmla="*/ 336420 h 983929"/>
              <a:gd name="connsiteX56" fmla="*/ 457390 w 1480470"/>
              <a:gd name="connsiteY56" fmla="*/ 240408 h 983929"/>
              <a:gd name="connsiteX57" fmla="*/ 350710 w 1480470"/>
              <a:gd name="connsiteY57" fmla="*/ 222692 h 983929"/>
              <a:gd name="connsiteX58" fmla="*/ 434911 w 1480470"/>
              <a:gd name="connsiteY58" fmla="*/ 320990 h 983929"/>
              <a:gd name="connsiteX59" fmla="*/ 671798 w 1480470"/>
              <a:gd name="connsiteY59" fmla="*/ 461674 h 983929"/>
              <a:gd name="connsiteX60" fmla="*/ 772477 w 1480470"/>
              <a:gd name="connsiteY60" fmla="*/ 473104 h 983929"/>
              <a:gd name="connsiteX61" fmla="*/ 680942 w 1480470"/>
              <a:gd name="connsiteY61" fmla="*/ 373187 h 983929"/>
              <a:gd name="connsiteX62" fmla="*/ 580644 w 1480470"/>
              <a:gd name="connsiteY62" fmla="*/ 359280 h 983929"/>
              <a:gd name="connsiteX63" fmla="*/ 671798 w 1480470"/>
              <a:gd name="connsiteY63" fmla="*/ 461674 h 983929"/>
              <a:gd name="connsiteX64" fmla="*/ 148304 w 1480470"/>
              <a:gd name="connsiteY64" fmla="*/ 281842 h 983929"/>
              <a:gd name="connsiteX65" fmla="*/ 272605 w 1480470"/>
              <a:gd name="connsiteY65" fmla="*/ 299654 h 983929"/>
              <a:gd name="connsiteX66" fmla="*/ 189738 w 1480470"/>
              <a:gd name="connsiteY66" fmla="*/ 197736 h 983929"/>
              <a:gd name="connsiteX67" fmla="*/ 66770 w 1480470"/>
              <a:gd name="connsiteY67" fmla="*/ 177353 h 983929"/>
              <a:gd name="connsiteX68" fmla="*/ 148304 w 1480470"/>
              <a:gd name="connsiteY68" fmla="*/ 281842 h 983929"/>
              <a:gd name="connsiteX69" fmla="*/ 403479 w 1480470"/>
              <a:gd name="connsiteY69" fmla="*/ 433480 h 983929"/>
              <a:gd name="connsiteX70" fmla="*/ 520065 w 1480470"/>
              <a:gd name="connsiteY70" fmla="*/ 446625 h 983929"/>
              <a:gd name="connsiteX71" fmla="*/ 429577 w 1480470"/>
              <a:gd name="connsiteY71" fmla="*/ 340135 h 983929"/>
              <a:gd name="connsiteX72" fmla="*/ 313944 w 1480470"/>
              <a:gd name="connsiteY72" fmla="*/ 324133 h 983929"/>
              <a:gd name="connsiteX73" fmla="*/ 403479 w 1480470"/>
              <a:gd name="connsiteY73" fmla="*/ 433480 h 983929"/>
              <a:gd name="connsiteX74" fmla="*/ 658939 w 1480470"/>
              <a:gd name="connsiteY74" fmla="*/ 585404 h 983929"/>
              <a:gd name="connsiteX75" fmla="*/ 767619 w 1480470"/>
              <a:gd name="connsiteY75" fmla="*/ 593881 h 983929"/>
              <a:gd name="connsiteX76" fmla="*/ 669512 w 1480470"/>
              <a:gd name="connsiteY76" fmla="*/ 482820 h 983929"/>
              <a:gd name="connsiteX77" fmla="*/ 561213 w 1480470"/>
              <a:gd name="connsiteY77" fmla="*/ 471199 h 983929"/>
              <a:gd name="connsiteX78" fmla="*/ 658939 w 1480470"/>
              <a:gd name="connsiteY78" fmla="*/ 585404 h 983929"/>
              <a:gd name="connsiteX79" fmla="*/ 89725 w 1480470"/>
              <a:gd name="connsiteY79" fmla="*/ 400619 h 983929"/>
              <a:gd name="connsiteX80" fmla="*/ 226314 w 1480470"/>
              <a:gd name="connsiteY80" fmla="*/ 415954 h 983929"/>
              <a:gd name="connsiteX81" fmla="*/ 138398 w 1480470"/>
              <a:gd name="connsiteY81" fmla="*/ 302035 h 983929"/>
              <a:gd name="connsiteX82" fmla="*/ 3524 w 1480470"/>
              <a:gd name="connsiteY82" fmla="*/ 283461 h 983929"/>
              <a:gd name="connsiteX83" fmla="*/ 89725 w 1480470"/>
              <a:gd name="connsiteY83" fmla="*/ 400619 h 983929"/>
              <a:gd name="connsiteX84" fmla="*/ 366617 w 1480470"/>
              <a:gd name="connsiteY84" fmla="*/ 565306 h 983929"/>
              <a:gd name="connsiteX85" fmla="*/ 494062 w 1480470"/>
              <a:gd name="connsiteY85" fmla="*/ 575117 h 983929"/>
              <a:gd name="connsiteX86" fmla="*/ 397192 w 1480470"/>
              <a:gd name="connsiteY86" fmla="*/ 455864 h 983929"/>
              <a:gd name="connsiteX87" fmla="*/ 270891 w 1480470"/>
              <a:gd name="connsiteY87" fmla="*/ 442434 h 983929"/>
              <a:gd name="connsiteX88" fmla="*/ 366617 w 1480470"/>
              <a:gd name="connsiteY88" fmla="*/ 565306 h 983929"/>
              <a:gd name="connsiteX89" fmla="*/ 643985 w 1480470"/>
              <a:gd name="connsiteY89" fmla="*/ 730374 h 983929"/>
              <a:gd name="connsiteX90" fmla="*/ 762190 w 1480470"/>
              <a:gd name="connsiteY90" fmla="*/ 734661 h 983929"/>
              <a:gd name="connsiteX91" fmla="*/ 656368 w 1480470"/>
              <a:gd name="connsiteY91" fmla="*/ 610074 h 983929"/>
              <a:gd name="connsiteX92" fmla="*/ 538639 w 1480470"/>
              <a:gd name="connsiteY92" fmla="*/ 601787 h 983929"/>
              <a:gd name="connsiteX93" fmla="*/ 643985 w 1480470"/>
              <a:gd name="connsiteY93" fmla="*/ 730374 h 983929"/>
              <a:gd name="connsiteX94" fmla="*/ 251746 w 1480470"/>
              <a:gd name="connsiteY94" fmla="*/ 93438 h 983929"/>
              <a:gd name="connsiteX95" fmla="*/ 357092 w 1480470"/>
              <a:gd name="connsiteY95" fmla="*/ 113916 h 983929"/>
              <a:gd name="connsiteX96" fmla="*/ 282892 w 1480470"/>
              <a:gd name="connsiteY96" fmla="*/ 30096 h 983929"/>
              <a:gd name="connsiteX97" fmla="*/ 178403 w 1480470"/>
              <a:gd name="connsiteY97" fmla="*/ 7903 h 983929"/>
              <a:gd name="connsiteX98" fmla="*/ 251746 w 1480470"/>
              <a:gd name="connsiteY98" fmla="*/ 93438 h 983929"/>
              <a:gd name="connsiteX99" fmla="*/ 472249 w 1480470"/>
              <a:gd name="connsiteY99" fmla="*/ 224311 h 983929"/>
              <a:gd name="connsiteX100" fmla="*/ 571786 w 1480470"/>
              <a:gd name="connsiteY100" fmla="*/ 241361 h 983929"/>
              <a:gd name="connsiteX101" fmla="*/ 491871 w 1480470"/>
              <a:gd name="connsiteY101" fmla="*/ 154112 h 983929"/>
              <a:gd name="connsiteX102" fmla="*/ 392906 w 1480470"/>
              <a:gd name="connsiteY102" fmla="*/ 135252 h 983929"/>
              <a:gd name="connsiteX103" fmla="*/ 472249 w 1480470"/>
              <a:gd name="connsiteY103" fmla="*/ 224311 h 983929"/>
              <a:gd name="connsiteX104" fmla="*/ 208502 w 1480470"/>
              <a:gd name="connsiteY104" fmla="*/ 181068 h 983929"/>
              <a:gd name="connsiteX105" fmla="*/ 322612 w 1480470"/>
              <a:gd name="connsiteY105" fmla="*/ 200499 h 983929"/>
              <a:gd name="connsiteX106" fmla="*/ 244316 w 1480470"/>
              <a:gd name="connsiteY106" fmla="*/ 108487 h 983929"/>
              <a:gd name="connsiteX107" fmla="*/ 131350 w 1480470"/>
              <a:gd name="connsiteY107" fmla="*/ 86961 h 983929"/>
              <a:gd name="connsiteX108" fmla="*/ 208502 w 1480470"/>
              <a:gd name="connsiteY108" fmla="*/ 181068 h 983929"/>
              <a:gd name="connsiteX109" fmla="*/ 1384554 w 1480470"/>
              <a:gd name="connsiteY109" fmla="*/ 789334 h 983929"/>
              <a:gd name="connsiteX110" fmla="*/ 1424178 w 1480470"/>
              <a:gd name="connsiteY110" fmla="*/ 789334 h 983929"/>
              <a:gd name="connsiteX111" fmla="*/ 1424178 w 1480470"/>
              <a:gd name="connsiteY111" fmla="*/ 796764 h 983929"/>
              <a:gd name="connsiteX112" fmla="*/ 1408652 w 1480470"/>
              <a:gd name="connsiteY112" fmla="*/ 796764 h 983929"/>
              <a:gd name="connsiteX113" fmla="*/ 1408652 w 1480470"/>
              <a:gd name="connsiteY113" fmla="*/ 838293 h 983929"/>
              <a:gd name="connsiteX114" fmla="*/ 1400080 w 1480470"/>
              <a:gd name="connsiteY114" fmla="*/ 838293 h 983929"/>
              <a:gd name="connsiteX115" fmla="*/ 1400080 w 1480470"/>
              <a:gd name="connsiteY115" fmla="*/ 796764 h 983929"/>
              <a:gd name="connsiteX116" fmla="*/ 1384554 w 1480470"/>
              <a:gd name="connsiteY116" fmla="*/ 796764 h 983929"/>
              <a:gd name="connsiteX117" fmla="*/ 1384554 w 1480470"/>
              <a:gd name="connsiteY117" fmla="*/ 789334 h 983929"/>
              <a:gd name="connsiteX118" fmla="*/ 1429702 w 1480470"/>
              <a:gd name="connsiteY118" fmla="*/ 789334 h 983929"/>
              <a:gd name="connsiteX119" fmla="*/ 1441799 w 1480470"/>
              <a:gd name="connsiteY119" fmla="*/ 789334 h 983929"/>
              <a:gd name="connsiteX120" fmla="*/ 1455325 w 1480470"/>
              <a:gd name="connsiteY120" fmla="*/ 827625 h 983929"/>
              <a:gd name="connsiteX121" fmla="*/ 1455420 w 1480470"/>
              <a:gd name="connsiteY121" fmla="*/ 827625 h 983929"/>
              <a:gd name="connsiteX122" fmla="*/ 1468564 w 1480470"/>
              <a:gd name="connsiteY122" fmla="*/ 789334 h 983929"/>
              <a:gd name="connsiteX123" fmla="*/ 1480470 w 1480470"/>
              <a:gd name="connsiteY123" fmla="*/ 789334 h 983929"/>
              <a:gd name="connsiteX124" fmla="*/ 1480470 w 1480470"/>
              <a:gd name="connsiteY124" fmla="*/ 838293 h 983929"/>
              <a:gd name="connsiteX125" fmla="*/ 1472279 w 1480470"/>
              <a:gd name="connsiteY125" fmla="*/ 838293 h 983929"/>
              <a:gd name="connsiteX126" fmla="*/ 1472279 w 1480470"/>
              <a:gd name="connsiteY126" fmla="*/ 800478 h 983929"/>
              <a:gd name="connsiteX127" fmla="*/ 1472184 w 1480470"/>
              <a:gd name="connsiteY127" fmla="*/ 800478 h 983929"/>
              <a:gd name="connsiteX128" fmla="*/ 1458658 w 1480470"/>
              <a:gd name="connsiteY128" fmla="*/ 838293 h 983929"/>
              <a:gd name="connsiteX129" fmla="*/ 1451610 w 1480470"/>
              <a:gd name="connsiteY129" fmla="*/ 838293 h 983929"/>
              <a:gd name="connsiteX130" fmla="*/ 1437989 w 1480470"/>
              <a:gd name="connsiteY130" fmla="*/ 800478 h 983929"/>
              <a:gd name="connsiteX131" fmla="*/ 1437894 w 1480470"/>
              <a:gd name="connsiteY131" fmla="*/ 800478 h 983929"/>
              <a:gd name="connsiteX132" fmla="*/ 1437894 w 1480470"/>
              <a:gd name="connsiteY132" fmla="*/ 838293 h 983929"/>
              <a:gd name="connsiteX133" fmla="*/ 1429702 w 1480470"/>
              <a:gd name="connsiteY133" fmla="*/ 838293 h 983929"/>
              <a:gd name="connsiteX134" fmla="*/ 1429702 w 1480470"/>
              <a:gd name="connsiteY134" fmla="*/ 789334 h 983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</a:cxnLst>
            <a:rect l="l" t="t" r="r" b="b"/>
            <a:pathLst>
              <a:path w="1480470" h="983929">
                <a:moveTo>
                  <a:pt x="3715" y="983930"/>
                </a:moveTo>
                <a:lnTo>
                  <a:pt x="70485" y="983930"/>
                </a:lnTo>
                <a:lnTo>
                  <a:pt x="88011" y="949449"/>
                </a:lnTo>
                <a:lnTo>
                  <a:pt x="209169" y="949449"/>
                </a:lnTo>
                <a:lnTo>
                  <a:pt x="227743" y="983930"/>
                </a:lnTo>
                <a:lnTo>
                  <a:pt x="294227" y="983930"/>
                </a:lnTo>
                <a:lnTo>
                  <a:pt x="187166" y="788953"/>
                </a:lnTo>
                <a:lnTo>
                  <a:pt x="109347" y="788953"/>
                </a:lnTo>
                <a:lnTo>
                  <a:pt x="3715" y="983930"/>
                </a:lnTo>
                <a:close/>
                <a:moveTo>
                  <a:pt x="148114" y="834197"/>
                </a:moveTo>
                <a:lnTo>
                  <a:pt x="186880" y="907444"/>
                </a:lnTo>
                <a:lnTo>
                  <a:pt x="110395" y="907444"/>
                </a:lnTo>
                <a:lnTo>
                  <a:pt x="148114" y="834197"/>
                </a:lnTo>
                <a:close/>
                <a:moveTo>
                  <a:pt x="421672" y="983930"/>
                </a:moveTo>
                <a:lnTo>
                  <a:pt x="481489" y="983930"/>
                </a:lnTo>
                <a:lnTo>
                  <a:pt x="481489" y="934876"/>
                </a:lnTo>
                <a:lnTo>
                  <a:pt x="600265" y="934876"/>
                </a:lnTo>
                <a:cubicBezTo>
                  <a:pt x="642556" y="934876"/>
                  <a:pt x="655225" y="901443"/>
                  <a:pt x="655225" y="872392"/>
                </a:cubicBezTo>
                <a:lnTo>
                  <a:pt x="655225" y="855723"/>
                </a:lnTo>
                <a:cubicBezTo>
                  <a:pt x="655225" y="817433"/>
                  <a:pt x="641509" y="788953"/>
                  <a:pt x="584644" y="788953"/>
                </a:cubicBezTo>
                <a:lnTo>
                  <a:pt x="421672" y="788953"/>
                </a:lnTo>
                <a:lnTo>
                  <a:pt x="421672" y="983930"/>
                </a:lnTo>
                <a:close/>
                <a:moveTo>
                  <a:pt x="481393" y="837435"/>
                </a:moveTo>
                <a:lnTo>
                  <a:pt x="569214" y="837435"/>
                </a:lnTo>
                <a:cubicBezTo>
                  <a:pt x="587216" y="837435"/>
                  <a:pt x="593693" y="844960"/>
                  <a:pt x="593693" y="858200"/>
                </a:cubicBezTo>
                <a:lnTo>
                  <a:pt x="593693" y="865725"/>
                </a:lnTo>
                <a:cubicBezTo>
                  <a:pt x="593693" y="877345"/>
                  <a:pt x="588264" y="886489"/>
                  <a:pt x="574262" y="886489"/>
                </a:cubicBezTo>
                <a:lnTo>
                  <a:pt x="481393" y="886489"/>
                </a:lnTo>
                <a:lnTo>
                  <a:pt x="481393" y="837435"/>
                </a:lnTo>
                <a:close/>
                <a:moveTo>
                  <a:pt x="793432" y="983930"/>
                </a:moveTo>
                <a:lnTo>
                  <a:pt x="853249" y="983930"/>
                </a:lnTo>
                <a:lnTo>
                  <a:pt x="853249" y="910111"/>
                </a:lnTo>
                <a:lnTo>
                  <a:pt x="979265" y="910111"/>
                </a:lnTo>
                <a:lnTo>
                  <a:pt x="979265" y="983930"/>
                </a:lnTo>
                <a:lnTo>
                  <a:pt x="1039082" y="983930"/>
                </a:lnTo>
                <a:lnTo>
                  <a:pt x="1039082" y="788953"/>
                </a:lnTo>
                <a:lnTo>
                  <a:pt x="979265" y="788953"/>
                </a:lnTo>
                <a:lnTo>
                  <a:pt x="979265" y="858486"/>
                </a:lnTo>
                <a:lnTo>
                  <a:pt x="853249" y="858486"/>
                </a:lnTo>
                <a:lnTo>
                  <a:pt x="853249" y="788953"/>
                </a:lnTo>
                <a:lnTo>
                  <a:pt x="793432" y="788953"/>
                </a:lnTo>
                <a:lnTo>
                  <a:pt x="793432" y="983930"/>
                </a:lnTo>
                <a:close/>
                <a:moveTo>
                  <a:pt x="1185386" y="983930"/>
                </a:moveTo>
                <a:lnTo>
                  <a:pt x="1379601" y="983930"/>
                </a:lnTo>
                <a:lnTo>
                  <a:pt x="1379601" y="933828"/>
                </a:lnTo>
                <a:lnTo>
                  <a:pt x="1245203" y="933828"/>
                </a:lnTo>
                <a:lnTo>
                  <a:pt x="1245203" y="788953"/>
                </a:lnTo>
                <a:lnTo>
                  <a:pt x="1185386" y="788953"/>
                </a:lnTo>
                <a:lnTo>
                  <a:pt x="1185386" y="983930"/>
                </a:lnTo>
                <a:close/>
                <a:moveTo>
                  <a:pt x="682752" y="354804"/>
                </a:moveTo>
                <a:cubicBezTo>
                  <a:pt x="733615" y="384998"/>
                  <a:pt x="775525" y="390808"/>
                  <a:pt x="776383" y="368329"/>
                </a:cubicBezTo>
                <a:cubicBezTo>
                  <a:pt x="777240" y="346517"/>
                  <a:pt x="738854" y="306226"/>
                  <a:pt x="690658" y="277651"/>
                </a:cubicBezTo>
                <a:cubicBezTo>
                  <a:pt x="642556" y="249076"/>
                  <a:pt x="600742" y="241837"/>
                  <a:pt x="597217" y="262030"/>
                </a:cubicBezTo>
                <a:cubicBezTo>
                  <a:pt x="593788" y="282795"/>
                  <a:pt x="631984" y="324609"/>
                  <a:pt x="682752" y="354804"/>
                </a:cubicBezTo>
                <a:close/>
                <a:moveTo>
                  <a:pt x="434911" y="320990"/>
                </a:moveTo>
                <a:cubicBezTo>
                  <a:pt x="489394" y="353375"/>
                  <a:pt x="537496" y="359947"/>
                  <a:pt x="542258" y="336420"/>
                </a:cubicBezTo>
                <a:cubicBezTo>
                  <a:pt x="546830" y="313655"/>
                  <a:pt x="508825" y="270984"/>
                  <a:pt x="457390" y="240408"/>
                </a:cubicBezTo>
                <a:cubicBezTo>
                  <a:pt x="406051" y="209928"/>
                  <a:pt x="358330" y="201642"/>
                  <a:pt x="350710" y="222692"/>
                </a:cubicBezTo>
                <a:cubicBezTo>
                  <a:pt x="342805" y="244314"/>
                  <a:pt x="380428" y="288605"/>
                  <a:pt x="434911" y="320990"/>
                </a:cubicBezTo>
                <a:close/>
                <a:moveTo>
                  <a:pt x="671798" y="461674"/>
                </a:moveTo>
                <a:cubicBezTo>
                  <a:pt x="726376" y="494059"/>
                  <a:pt x="771430" y="498822"/>
                  <a:pt x="772477" y="473104"/>
                </a:cubicBezTo>
                <a:cubicBezTo>
                  <a:pt x="773430" y="448149"/>
                  <a:pt x="732472" y="403667"/>
                  <a:pt x="680942" y="373187"/>
                </a:cubicBezTo>
                <a:cubicBezTo>
                  <a:pt x="629507" y="342612"/>
                  <a:pt x="584644" y="336135"/>
                  <a:pt x="580644" y="359280"/>
                </a:cubicBezTo>
                <a:cubicBezTo>
                  <a:pt x="576453" y="383093"/>
                  <a:pt x="617220" y="429289"/>
                  <a:pt x="671798" y="461674"/>
                </a:cubicBezTo>
                <a:close/>
                <a:moveTo>
                  <a:pt x="148304" y="281842"/>
                </a:moveTo>
                <a:cubicBezTo>
                  <a:pt x="206978" y="316704"/>
                  <a:pt x="262795" y="324324"/>
                  <a:pt x="272605" y="299654"/>
                </a:cubicBezTo>
                <a:cubicBezTo>
                  <a:pt x="282130" y="275841"/>
                  <a:pt x="244888" y="230502"/>
                  <a:pt x="189738" y="197736"/>
                </a:cubicBezTo>
                <a:cubicBezTo>
                  <a:pt x="134588" y="164970"/>
                  <a:pt x="79819" y="155541"/>
                  <a:pt x="66770" y="177353"/>
                </a:cubicBezTo>
                <a:cubicBezTo>
                  <a:pt x="53435" y="199927"/>
                  <a:pt x="89725" y="246981"/>
                  <a:pt x="148304" y="281842"/>
                </a:cubicBezTo>
                <a:close/>
                <a:moveTo>
                  <a:pt x="403479" y="433480"/>
                </a:moveTo>
                <a:cubicBezTo>
                  <a:pt x="462248" y="468437"/>
                  <a:pt x="514540" y="473961"/>
                  <a:pt x="520065" y="446625"/>
                </a:cubicBezTo>
                <a:cubicBezTo>
                  <a:pt x="525399" y="420240"/>
                  <a:pt x="484822" y="372996"/>
                  <a:pt x="429577" y="340135"/>
                </a:cubicBezTo>
                <a:cubicBezTo>
                  <a:pt x="374428" y="307369"/>
                  <a:pt x="322707" y="299844"/>
                  <a:pt x="313944" y="324133"/>
                </a:cubicBezTo>
                <a:cubicBezTo>
                  <a:pt x="304705" y="349279"/>
                  <a:pt x="344710" y="398619"/>
                  <a:pt x="403479" y="433480"/>
                </a:cubicBezTo>
                <a:close/>
                <a:moveTo>
                  <a:pt x="658939" y="585404"/>
                </a:moveTo>
                <a:cubicBezTo>
                  <a:pt x="717804" y="620361"/>
                  <a:pt x="766477" y="623790"/>
                  <a:pt x="767619" y="593881"/>
                </a:cubicBezTo>
                <a:cubicBezTo>
                  <a:pt x="768763" y="565020"/>
                  <a:pt x="724757" y="515681"/>
                  <a:pt x="669512" y="482820"/>
                </a:cubicBezTo>
                <a:cubicBezTo>
                  <a:pt x="614267" y="449958"/>
                  <a:pt x="565785" y="444434"/>
                  <a:pt x="561213" y="471199"/>
                </a:cubicBezTo>
                <a:cubicBezTo>
                  <a:pt x="556450" y="498917"/>
                  <a:pt x="600170" y="550447"/>
                  <a:pt x="658939" y="585404"/>
                </a:cubicBezTo>
                <a:close/>
                <a:moveTo>
                  <a:pt x="89725" y="400619"/>
                </a:moveTo>
                <a:cubicBezTo>
                  <a:pt x="153352" y="438528"/>
                  <a:pt x="214693" y="444910"/>
                  <a:pt x="226314" y="415954"/>
                </a:cubicBezTo>
                <a:cubicBezTo>
                  <a:pt x="237458" y="388046"/>
                  <a:pt x="197929" y="337468"/>
                  <a:pt x="138398" y="302035"/>
                </a:cubicBezTo>
                <a:cubicBezTo>
                  <a:pt x="78867" y="266697"/>
                  <a:pt x="18764" y="257934"/>
                  <a:pt x="3524" y="283461"/>
                </a:cubicBezTo>
                <a:cubicBezTo>
                  <a:pt x="-12192" y="309846"/>
                  <a:pt x="26098" y="362709"/>
                  <a:pt x="89725" y="400619"/>
                </a:cubicBezTo>
                <a:close/>
                <a:moveTo>
                  <a:pt x="366617" y="565306"/>
                </a:moveTo>
                <a:cubicBezTo>
                  <a:pt x="430435" y="603216"/>
                  <a:pt x="487585" y="607121"/>
                  <a:pt x="494062" y="575117"/>
                </a:cubicBezTo>
                <a:cubicBezTo>
                  <a:pt x="500253" y="544256"/>
                  <a:pt x="456819" y="491297"/>
                  <a:pt x="397192" y="455864"/>
                </a:cubicBezTo>
                <a:cubicBezTo>
                  <a:pt x="337566" y="420431"/>
                  <a:pt x="281178" y="413954"/>
                  <a:pt x="270891" y="442434"/>
                </a:cubicBezTo>
                <a:cubicBezTo>
                  <a:pt x="260223" y="471961"/>
                  <a:pt x="302895" y="527397"/>
                  <a:pt x="366617" y="565306"/>
                </a:cubicBezTo>
                <a:close/>
                <a:moveTo>
                  <a:pt x="643985" y="730374"/>
                </a:moveTo>
                <a:cubicBezTo>
                  <a:pt x="707898" y="768379"/>
                  <a:pt x="760857" y="769808"/>
                  <a:pt x="762190" y="734661"/>
                </a:cubicBezTo>
                <a:cubicBezTo>
                  <a:pt x="763524" y="700847"/>
                  <a:pt x="716089" y="645507"/>
                  <a:pt x="656368" y="610074"/>
                </a:cubicBezTo>
                <a:cubicBezTo>
                  <a:pt x="596646" y="574545"/>
                  <a:pt x="544068" y="570354"/>
                  <a:pt x="538639" y="601787"/>
                </a:cubicBezTo>
                <a:cubicBezTo>
                  <a:pt x="533114" y="634267"/>
                  <a:pt x="580168" y="692370"/>
                  <a:pt x="643985" y="730374"/>
                </a:cubicBezTo>
                <a:close/>
                <a:moveTo>
                  <a:pt x="251746" y="93438"/>
                </a:moveTo>
                <a:cubicBezTo>
                  <a:pt x="302419" y="123537"/>
                  <a:pt x="349758" y="132490"/>
                  <a:pt x="357092" y="113916"/>
                </a:cubicBezTo>
                <a:cubicBezTo>
                  <a:pt x="364236" y="95914"/>
                  <a:pt x="330994" y="58576"/>
                  <a:pt x="282892" y="30096"/>
                </a:cubicBezTo>
                <a:cubicBezTo>
                  <a:pt x="234886" y="1617"/>
                  <a:pt x="188214" y="-8575"/>
                  <a:pt x="178403" y="7903"/>
                </a:cubicBezTo>
                <a:cubicBezTo>
                  <a:pt x="168402" y="24858"/>
                  <a:pt x="201073" y="63339"/>
                  <a:pt x="251746" y="93438"/>
                </a:cubicBezTo>
                <a:close/>
                <a:moveTo>
                  <a:pt x="472249" y="224311"/>
                </a:moveTo>
                <a:cubicBezTo>
                  <a:pt x="523018" y="254410"/>
                  <a:pt x="567690" y="261840"/>
                  <a:pt x="571786" y="241361"/>
                </a:cubicBezTo>
                <a:cubicBezTo>
                  <a:pt x="575786" y="221454"/>
                  <a:pt x="539972" y="182687"/>
                  <a:pt x="491871" y="154112"/>
                </a:cubicBezTo>
                <a:cubicBezTo>
                  <a:pt x="443770" y="125537"/>
                  <a:pt x="399574" y="116869"/>
                  <a:pt x="392906" y="135252"/>
                </a:cubicBezTo>
                <a:cubicBezTo>
                  <a:pt x="386048" y="154017"/>
                  <a:pt x="421481" y="194212"/>
                  <a:pt x="472249" y="224311"/>
                </a:cubicBezTo>
                <a:close/>
                <a:moveTo>
                  <a:pt x="208502" y="181068"/>
                </a:moveTo>
                <a:cubicBezTo>
                  <a:pt x="262890" y="213357"/>
                  <a:pt x="314039" y="221835"/>
                  <a:pt x="322612" y="200499"/>
                </a:cubicBezTo>
                <a:cubicBezTo>
                  <a:pt x="330803" y="179925"/>
                  <a:pt x="295656" y="138967"/>
                  <a:pt x="244316" y="108487"/>
                </a:cubicBezTo>
                <a:cubicBezTo>
                  <a:pt x="192976" y="78007"/>
                  <a:pt x="142589" y="68101"/>
                  <a:pt x="131350" y="86961"/>
                </a:cubicBezTo>
                <a:cubicBezTo>
                  <a:pt x="119729" y="106392"/>
                  <a:pt x="154210" y="148778"/>
                  <a:pt x="208502" y="181068"/>
                </a:cubicBezTo>
                <a:close/>
                <a:moveTo>
                  <a:pt x="1384554" y="789334"/>
                </a:moveTo>
                <a:lnTo>
                  <a:pt x="1424178" y="789334"/>
                </a:lnTo>
                <a:lnTo>
                  <a:pt x="1424178" y="796764"/>
                </a:lnTo>
                <a:lnTo>
                  <a:pt x="1408652" y="796764"/>
                </a:lnTo>
                <a:lnTo>
                  <a:pt x="1408652" y="838293"/>
                </a:lnTo>
                <a:lnTo>
                  <a:pt x="1400080" y="838293"/>
                </a:lnTo>
                <a:lnTo>
                  <a:pt x="1400080" y="796764"/>
                </a:lnTo>
                <a:lnTo>
                  <a:pt x="1384554" y="796764"/>
                </a:lnTo>
                <a:lnTo>
                  <a:pt x="1384554" y="789334"/>
                </a:lnTo>
                <a:close/>
                <a:moveTo>
                  <a:pt x="1429702" y="789334"/>
                </a:moveTo>
                <a:lnTo>
                  <a:pt x="1441799" y="789334"/>
                </a:lnTo>
                <a:lnTo>
                  <a:pt x="1455325" y="827625"/>
                </a:lnTo>
                <a:lnTo>
                  <a:pt x="1455420" y="827625"/>
                </a:lnTo>
                <a:lnTo>
                  <a:pt x="1468564" y="789334"/>
                </a:lnTo>
                <a:lnTo>
                  <a:pt x="1480470" y="789334"/>
                </a:lnTo>
                <a:lnTo>
                  <a:pt x="1480470" y="838293"/>
                </a:lnTo>
                <a:lnTo>
                  <a:pt x="1472279" y="838293"/>
                </a:lnTo>
                <a:lnTo>
                  <a:pt x="1472279" y="800478"/>
                </a:lnTo>
                <a:lnTo>
                  <a:pt x="1472184" y="800478"/>
                </a:lnTo>
                <a:lnTo>
                  <a:pt x="1458658" y="838293"/>
                </a:lnTo>
                <a:lnTo>
                  <a:pt x="1451610" y="838293"/>
                </a:lnTo>
                <a:lnTo>
                  <a:pt x="1437989" y="800478"/>
                </a:lnTo>
                <a:lnTo>
                  <a:pt x="1437894" y="800478"/>
                </a:lnTo>
                <a:lnTo>
                  <a:pt x="1437894" y="838293"/>
                </a:lnTo>
                <a:lnTo>
                  <a:pt x="1429702" y="838293"/>
                </a:lnTo>
                <a:lnTo>
                  <a:pt x="1429702" y="78933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012120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AC48A-A1BB-4349-B4F1-A3A0F6D9D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DDD66-B50D-4244-9B84-0974C0E8F2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10000"/>
              </a:lnSpc>
              <a:buClrTx/>
              <a:defRPr/>
            </a:lvl1pPr>
            <a:lvl2pPr marL="542912" indent="-228594">
              <a:lnSpc>
                <a:spcPct val="110000"/>
              </a:lnSpc>
              <a:buClrTx/>
              <a:defRPr/>
            </a:lvl2pPr>
            <a:lvl3pPr marL="895328" indent="-228594">
              <a:lnSpc>
                <a:spcPct val="110000"/>
              </a:lnSpc>
              <a:buClrTx/>
              <a:defRPr/>
            </a:lvl3pPr>
            <a:lvl4pPr marL="1257269" indent="-228594">
              <a:lnSpc>
                <a:spcPct val="110000"/>
              </a:lnSpc>
              <a:buClrTx/>
              <a:defRPr/>
            </a:lvl4pPr>
            <a:lvl5pPr marL="1619210" indent="-228594">
              <a:lnSpc>
                <a:spcPct val="110000"/>
              </a:lnSpc>
              <a:buClrTx/>
              <a:tabLst>
                <a:tab pos="1619210" algn="l"/>
              </a:tabLs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2110E2-D1E5-3FEC-796E-10E50031D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E2B-9FEF-40E2-9313-396D2AA347D8}" type="datetime1">
              <a:rPr lang="en-US" smtClean="0"/>
              <a:t>3/6/26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5F7656-76CC-6189-05D5-1FB1242F6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0F4957-4A17-699D-C018-627E8469C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67747-A1D0-4850-AF9A-570B1A0E3F7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500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az 6">
            <a:extLst>
              <a:ext uri="{FF2B5EF4-FFF2-40B4-BE49-F238E27FC236}">
                <a16:creationId xmlns:a16="http://schemas.microsoft.com/office/drawing/2014/main" id="{634DF876-8E58-4A87-A4EC-D382D3F391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7947" b="7947"/>
          <a:stretch/>
        </p:blipFill>
        <p:spPr>
          <a:xfrm>
            <a:off x="-29378" y="0"/>
            <a:ext cx="12221380" cy="6858000"/>
          </a:xfrm>
          <a:prstGeom prst="rect">
            <a:avLst/>
          </a:prstGeom>
        </p:spPr>
      </p:pic>
      <p:sp>
        <p:nvSpPr>
          <p:cNvPr id="8" name="Prostokąt 10">
            <a:extLst>
              <a:ext uri="{FF2B5EF4-FFF2-40B4-BE49-F238E27FC236}">
                <a16:creationId xmlns:a16="http://schemas.microsoft.com/office/drawing/2014/main" id="{FEB33027-D958-47C1-90C4-E151E235FB15}"/>
              </a:ext>
            </a:extLst>
          </p:cNvPr>
          <p:cNvSpPr/>
          <p:nvPr userDrawn="1"/>
        </p:nvSpPr>
        <p:spPr>
          <a:xfrm>
            <a:off x="-21822" y="0"/>
            <a:ext cx="12221380" cy="6858000"/>
          </a:xfrm>
          <a:prstGeom prst="rect">
            <a:avLst/>
          </a:prstGeom>
          <a:solidFill>
            <a:schemeClr val="accent1">
              <a:lumMod val="50000"/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/>
          </a:p>
        </p:txBody>
      </p:sp>
      <p:sp>
        <p:nvSpPr>
          <p:cNvPr id="20" name="Dowolny kształt: kształt 19">
            <a:extLst>
              <a:ext uri="{FF2B5EF4-FFF2-40B4-BE49-F238E27FC236}">
                <a16:creationId xmlns:a16="http://schemas.microsoft.com/office/drawing/2014/main" id="{F80817C6-A0D0-4EE8-99F8-B2ED90975F63}"/>
              </a:ext>
            </a:extLst>
          </p:cNvPr>
          <p:cNvSpPr/>
          <p:nvPr/>
        </p:nvSpPr>
        <p:spPr>
          <a:xfrm>
            <a:off x="1715793" y="2"/>
            <a:ext cx="8760411" cy="6857999"/>
          </a:xfrm>
          <a:custGeom>
            <a:avLst/>
            <a:gdLst>
              <a:gd name="connsiteX0" fmla="*/ 1596865 w 8760410"/>
              <a:gd name="connsiteY0" fmla="*/ 0 h 6857999"/>
              <a:gd name="connsiteX1" fmla="*/ 7163545 w 8760410"/>
              <a:gd name="connsiteY1" fmla="*/ 0 h 6857999"/>
              <a:gd name="connsiteX2" fmla="*/ 7166422 w 8760410"/>
              <a:gd name="connsiteY2" fmla="*/ 2261 h 6857999"/>
              <a:gd name="connsiteX3" fmla="*/ 8760410 w 8760410"/>
              <a:gd name="connsiteY3" fmla="*/ 3382240 h 6857999"/>
              <a:gd name="connsiteX4" fmla="*/ 7166422 w 8760410"/>
              <a:gd name="connsiteY4" fmla="*/ 6762219 h 6857999"/>
              <a:gd name="connsiteX5" fmla="*/ 7044540 w 8760410"/>
              <a:gd name="connsiteY5" fmla="*/ 6857999 h 6857999"/>
              <a:gd name="connsiteX6" fmla="*/ 1715870 w 8760410"/>
              <a:gd name="connsiteY6" fmla="*/ 6857999 h 6857999"/>
              <a:gd name="connsiteX7" fmla="*/ 1593988 w 8760410"/>
              <a:gd name="connsiteY7" fmla="*/ 6762219 h 6857999"/>
              <a:gd name="connsiteX8" fmla="*/ 0 w 8760410"/>
              <a:gd name="connsiteY8" fmla="*/ 3382240 h 6857999"/>
              <a:gd name="connsiteX9" fmla="*/ 1593988 w 8760410"/>
              <a:gd name="connsiteY9" fmla="*/ 2261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760410" h="6857999">
                <a:moveTo>
                  <a:pt x="1596865" y="0"/>
                </a:moveTo>
                <a:lnTo>
                  <a:pt x="7163545" y="0"/>
                </a:lnTo>
                <a:lnTo>
                  <a:pt x="7166422" y="2261"/>
                </a:lnTo>
                <a:cubicBezTo>
                  <a:pt x="8139910" y="805655"/>
                  <a:pt x="8760410" y="2021485"/>
                  <a:pt x="8760410" y="3382240"/>
                </a:cubicBezTo>
                <a:cubicBezTo>
                  <a:pt x="8760410" y="4742995"/>
                  <a:pt x="8139910" y="5958825"/>
                  <a:pt x="7166422" y="6762219"/>
                </a:cubicBezTo>
                <a:lnTo>
                  <a:pt x="7044540" y="6857999"/>
                </a:lnTo>
                <a:lnTo>
                  <a:pt x="1715870" y="6857999"/>
                </a:lnTo>
                <a:lnTo>
                  <a:pt x="1593988" y="6762219"/>
                </a:lnTo>
                <a:cubicBezTo>
                  <a:pt x="620500" y="5958825"/>
                  <a:pt x="0" y="4742995"/>
                  <a:pt x="0" y="3382240"/>
                </a:cubicBezTo>
                <a:cubicBezTo>
                  <a:pt x="0" y="2021485"/>
                  <a:pt x="620500" y="805655"/>
                  <a:pt x="1593988" y="2261"/>
                </a:cubicBezTo>
                <a:close/>
              </a:path>
            </a:pathLst>
          </a:custGeom>
          <a:solidFill>
            <a:schemeClr val="bg1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2000" bIns="72000" rtlCol="0" anchor="ctr">
            <a:noAutofit/>
          </a:bodyPr>
          <a:lstStyle/>
          <a:p>
            <a:pPr algn="ctr">
              <a:spcAft>
                <a:spcPts val="600"/>
              </a:spcAft>
            </a:pPr>
            <a:endParaRPr lang="pl-PL" sz="1800"/>
          </a:p>
        </p:txBody>
      </p:sp>
      <p:sp>
        <p:nvSpPr>
          <p:cNvPr id="18" name="Dowolny kształt: kształt 17">
            <a:extLst>
              <a:ext uri="{FF2B5EF4-FFF2-40B4-BE49-F238E27FC236}">
                <a16:creationId xmlns:a16="http://schemas.microsoft.com/office/drawing/2014/main" id="{DD34180F-808B-4056-82DF-08A9E972A995}"/>
              </a:ext>
            </a:extLst>
          </p:cNvPr>
          <p:cNvSpPr/>
          <p:nvPr/>
        </p:nvSpPr>
        <p:spPr>
          <a:xfrm>
            <a:off x="1585687" y="0"/>
            <a:ext cx="9020628" cy="6858000"/>
          </a:xfrm>
          <a:custGeom>
            <a:avLst/>
            <a:gdLst>
              <a:gd name="connsiteX0" fmla="*/ 7002925 w 9020628"/>
              <a:gd name="connsiteY0" fmla="*/ 0 h 6858000"/>
              <a:gd name="connsiteX1" fmla="*/ 7435822 w 9020628"/>
              <a:gd name="connsiteY1" fmla="*/ 0 h 6858000"/>
              <a:gd name="connsiteX2" fmla="*/ 7699588 w 9020628"/>
              <a:gd name="connsiteY2" fmla="*/ 239726 h 6858000"/>
              <a:gd name="connsiteX3" fmla="*/ 9020628 w 9020628"/>
              <a:gd name="connsiteY3" fmla="*/ 3429000 h 6858000"/>
              <a:gd name="connsiteX4" fmla="*/ 7542947 w 9020628"/>
              <a:gd name="connsiteY4" fmla="*/ 6767617 h 6858000"/>
              <a:gd name="connsiteX5" fmla="*/ 7438605 w 9020628"/>
              <a:gd name="connsiteY5" fmla="*/ 6858000 h 6858000"/>
              <a:gd name="connsiteX6" fmla="*/ 7009115 w 9020628"/>
              <a:gd name="connsiteY6" fmla="*/ 6858000 h 6858000"/>
              <a:gd name="connsiteX7" fmla="*/ 7049258 w 9020628"/>
              <a:gd name="connsiteY7" fmla="*/ 6829454 h 6858000"/>
              <a:gd name="connsiteX8" fmla="*/ 8753798 w 9020628"/>
              <a:gd name="connsiteY8" fmla="*/ 3429000 h 6858000"/>
              <a:gd name="connsiteX9" fmla="*/ 7209564 w 9020628"/>
              <a:gd name="connsiteY9" fmla="*/ 154522 h 6858000"/>
              <a:gd name="connsiteX10" fmla="*/ 1584806 w 9020628"/>
              <a:gd name="connsiteY10" fmla="*/ 0 h 6858000"/>
              <a:gd name="connsiteX11" fmla="*/ 2017703 w 9020628"/>
              <a:gd name="connsiteY11" fmla="*/ 0 h 6858000"/>
              <a:gd name="connsiteX12" fmla="*/ 1811065 w 9020628"/>
              <a:gd name="connsiteY12" fmla="*/ 154522 h 6858000"/>
              <a:gd name="connsiteX13" fmla="*/ 266830 w 9020628"/>
              <a:gd name="connsiteY13" fmla="*/ 3429000 h 6858000"/>
              <a:gd name="connsiteX14" fmla="*/ 1971370 w 9020628"/>
              <a:gd name="connsiteY14" fmla="*/ 6829454 h 6858000"/>
              <a:gd name="connsiteX15" fmla="*/ 2011513 w 9020628"/>
              <a:gd name="connsiteY15" fmla="*/ 6858000 h 6858000"/>
              <a:gd name="connsiteX16" fmla="*/ 1582023 w 9020628"/>
              <a:gd name="connsiteY16" fmla="*/ 6858000 h 6858000"/>
              <a:gd name="connsiteX17" fmla="*/ 1477681 w 9020628"/>
              <a:gd name="connsiteY17" fmla="*/ 6767617 h 6858000"/>
              <a:gd name="connsiteX18" fmla="*/ 0 w 9020628"/>
              <a:gd name="connsiteY18" fmla="*/ 3429000 h 6858000"/>
              <a:gd name="connsiteX19" fmla="*/ 1321040 w 9020628"/>
              <a:gd name="connsiteY19" fmla="*/ 2397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9020628" h="6858000">
                <a:moveTo>
                  <a:pt x="7002925" y="0"/>
                </a:moveTo>
                <a:lnTo>
                  <a:pt x="7435822" y="0"/>
                </a:lnTo>
                <a:lnTo>
                  <a:pt x="7699588" y="239726"/>
                </a:lnTo>
                <a:cubicBezTo>
                  <a:pt x="8515794" y="1055933"/>
                  <a:pt x="9020628" y="2183511"/>
                  <a:pt x="9020628" y="3429000"/>
                </a:cubicBezTo>
                <a:cubicBezTo>
                  <a:pt x="9020628" y="4752332"/>
                  <a:pt x="8450718" y="5942554"/>
                  <a:pt x="7542947" y="6767617"/>
                </a:cubicBezTo>
                <a:lnTo>
                  <a:pt x="7438605" y="6858000"/>
                </a:lnTo>
                <a:lnTo>
                  <a:pt x="7009115" y="6858000"/>
                </a:lnTo>
                <a:lnTo>
                  <a:pt x="7049258" y="6829454"/>
                </a:lnTo>
                <a:cubicBezTo>
                  <a:pt x="8084019" y="6055603"/>
                  <a:pt x="8753798" y="4820519"/>
                  <a:pt x="8753798" y="3429000"/>
                </a:cubicBezTo>
                <a:cubicBezTo>
                  <a:pt x="8753798" y="2110719"/>
                  <a:pt x="8152666" y="932839"/>
                  <a:pt x="7209564" y="154522"/>
                </a:cubicBezTo>
                <a:close/>
                <a:moveTo>
                  <a:pt x="1584806" y="0"/>
                </a:moveTo>
                <a:lnTo>
                  <a:pt x="2017703" y="0"/>
                </a:lnTo>
                <a:lnTo>
                  <a:pt x="1811065" y="154522"/>
                </a:lnTo>
                <a:cubicBezTo>
                  <a:pt x="867962" y="932839"/>
                  <a:pt x="266830" y="2110719"/>
                  <a:pt x="266830" y="3429000"/>
                </a:cubicBezTo>
                <a:cubicBezTo>
                  <a:pt x="266830" y="4820519"/>
                  <a:pt x="936610" y="6055603"/>
                  <a:pt x="1971370" y="6829454"/>
                </a:cubicBezTo>
                <a:lnTo>
                  <a:pt x="2011513" y="6858000"/>
                </a:lnTo>
                <a:lnTo>
                  <a:pt x="1582023" y="6858000"/>
                </a:lnTo>
                <a:lnTo>
                  <a:pt x="1477681" y="6767617"/>
                </a:lnTo>
                <a:cubicBezTo>
                  <a:pt x="569911" y="5942554"/>
                  <a:pt x="0" y="4752332"/>
                  <a:pt x="0" y="3429000"/>
                </a:cubicBezTo>
                <a:cubicBezTo>
                  <a:pt x="0" y="2183511"/>
                  <a:pt x="504834" y="1055933"/>
                  <a:pt x="1321040" y="239726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2000" bIns="72000" rtlCol="0" anchor="ctr">
            <a:noAutofit/>
          </a:bodyPr>
          <a:lstStyle/>
          <a:p>
            <a:pPr algn="ctr">
              <a:spcAft>
                <a:spcPts val="600"/>
              </a:spcAft>
            </a:pPr>
            <a:endParaRPr lang="pl-PL" sz="1800">
              <a:solidFill>
                <a:schemeClr val="tx1"/>
              </a:solidFill>
            </a:endParaRPr>
          </a:p>
        </p:txBody>
      </p:sp>
      <p:sp>
        <p:nvSpPr>
          <p:cNvPr id="14" name="Grafika 4">
            <a:extLst>
              <a:ext uri="{FF2B5EF4-FFF2-40B4-BE49-F238E27FC236}">
                <a16:creationId xmlns:a16="http://schemas.microsoft.com/office/drawing/2014/main" id="{A7C55E3C-A4B3-4569-BF80-615AE1067183}"/>
              </a:ext>
            </a:extLst>
          </p:cNvPr>
          <p:cNvSpPr/>
          <p:nvPr userDrawn="1"/>
        </p:nvSpPr>
        <p:spPr>
          <a:xfrm>
            <a:off x="5091417" y="692226"/>
            <a:ext cx="1931683" cy="1283808"/>
          </a:xfrm>
          <a:custGeom>
            <a:avLst/>
            <a:gdLst>
              <a:gd name="connsiteX0" fmla="*/ 3715 w 1480470"/>
              <a:gd name="connsiteY0" fmla="*/ 983930 h 983929"/>
              <a:gd name="connsiteX1" fmla="*/ 70485 w 1480470"/>
              <a:gd name="connsiteY1" fmla="*/ 983930 h 983929"/>
              <a:gd name="connsiteX2" fmla="*/ 88011 w 1480470"/>
              <a:gd name="connsiteY2" fmla="*/ 949449 h 983929"/>
              <a:gd name="connsiteX3" fmla="*/ 209169 w 1480470"/>
              <a:gd name="connsiteY3" fmla="*/ 949449 h 983929"/>
              <a:gd name="connsiteX4" fmla="*/ 227743 w 1480470"/>
              <a:gd name="connsiteY4" fmla="*/ 983930 h 983929"/>
              <a:gd name="connsiteX5" fmla="*/ 294227 w 1480470"/>
              <a:gd name="connsiteY5" fmla="*/ 983930 h 983929"/>
              <a:gd name="connsiteX6" fmla="*/ 187166 w 1480470"/>
              <a:gd name="connsiteY6" fmla="*/ 788953 h 983929"/>
              <a:gd name="connsiteX7" fmla="*/ 109347 w 1480470"/>
              <a:gd name="connsiteY7" fmla="*/ 788953 h 983929"/>
              <a:gd name="connsiteX8" fmla="*/ 3715 w 1480470"/>
              <a:gd name="connsiteY8" fmla="*/ 983930 h 983929"/>
              <a:gd name="connsiteX9" fmla="*/ 148114 w 1480470"/>
              <a:gd name="connsiteY9" fmla="*/ 834197 h 983929"/>
              <a:gd name="connsiteX10" fmla="*/ 186880 w 1480470"/>
              <a:gd name="connsiteY10" fmla="*/ 907444 h 983929"/>
              <a:gd name="connsiteX11" fmla="*/ 110395 w 1480470"/>
              <a:gd name="connsiteY11" fmla="*/ 907444 h 983929"/>
              <a:gd name="connsiteX12" fmla="*/ 148114 w 1480470"/>
              <a:gd name="connsiteY12" fmla="*/ 834197 h 983929"/>
              <a:gd name="connsiteX13" fmla="*/ 421672 w 1480470"/>
              <a:gd name="connsiteY13" fmla="*/ 983930 h 983929"/>
              <a:gd name="connsiteX14" fmla="*/ 481489 w 1480470"/>
              <a:gd name="connsiteY14" fmla="*/ 983930 h 983929"/>
              <a:gd name="connsiteX15" fmla="*/ 481489 w 1480470"/>
              <a:gd name="connsiteY15" fmla="*/ 934876 h 983929"/>
              <a:gd name="connsiteX16" fmla="*/ 600265 w 1480470"/>
              <a:gd name="connsiteY16" fmla="*/ 934876 h 983929"/>
              <a:gd name="connsiteX17" fmla="*/ 655225 w 1480470"/>
              <a:gd name="connsiteY17" fmla="*/ 872392 h 983929"/>
              <a:gd name="connsiteX18" fmla="*/ 655225 w 1480470"/>
              <a:gd name="connsiteY18" fmla="*/ 855723 h 983929"/>
              <a:gd name="connsiteX19" fmla="*/ 584644 w 1480470"/>
              <a:gd name="connsiteY19" fmla="*/ 788953 h 983929"/>
              <a:gd name="connsiteX20" fmla="*/ 421672 w 1480470"/>
              <a:gd name="connsiteY20" fmla="*/ 788953 h 983929"/>
              <a:gd name="connsiteX21" fmla="*/ 421672 w 1480470"/>
              <a:gd name="connsiteY21" fmla="*/ 983930 h 983929"/>
              <a:gd name="connsiteX22" fmla="*/ 481393 w 1480470"/>
              <a:gd name="connsiteY22" fmla="*/ 837435 h 983929"/>
              <a:gd name="connsiteX23" fmla="*/ 569214 w 1480470"/>
              <a:gd name="connsiteY23" fmla="*/ 837435 h 983929"/>
              <a:gd name="connsiteX24" fmla="*/ 593693 w 1480470"/>
              <a:gd name="connsiteY24" fmla="*/ 858200 h 983929"/>
              <a:gd name="connsiteX25" fmla="*/ 593693 w 1480470"/>
              <a:gd name="connsiteY25" fmla="*/ 865725 h 983929"/>
              <a:gd name="connsiteX26" fmla="*/ 574262 w 1480470"/>
              <a:gd name="connsiteY26" fmla="*/ 886489 h 983929"/>
              <a:gd name="connsiteX27" fmla="*/ 481393 w 1480470"/>
              <a:gd name="connsiteY27" fmla="*/ 886489 h 983929"/>
              <a:gd name="connsiteX28" fmla="*/ 481393 w 1480470"/>
              <a:gd name="connsiteY28" fmla="*/ 837435 h 983929"/>
              <a:gd name="connsiteX29" fmla="*/ 793432 w 1480470"/>
              <a:gd name="connsiteY29" fmla="*/ 983930 h 983929"/>
              <a:gd name="connsiteX30" fmla="*/ 853249 w 1480470"/>
              <a:gd name="connsiteY30" fmla="*/ 983930 h 983929"/>
              <a:gd name="connsiteX31" fmla="*/ 853249 w 1480470"/>
              <a:gd name="connsiteY31" fmla="*/ 910111 h 983929"/>
              <a:gd name="connsiteX32" fmla="*/ 979265 w 1480470"/>
              <a:gd name="connsiteY32" fmla="*/ 910111 h 983929"/>
              <a:gd name="connsiteX33" fmla="*/ 979265 w 1480470"/>
              <a:gd name="connsiteY33" fmla="*/ 983930 h 983929"/>
              <a:gd name="connsiteX34" fmla="*/ 1039082 w 1480470"/>
              <a:gd name="connsiteY34" fmla="*/ 983930 h 983929"/>
              <a:gd name="connsiteX35" fmla="*/ 1039082 w 1480470"/>
              <a:gd name="connsiteY35" fmla="*/ 788953 h 983929"/>
              <a:gd name="connsiteX36" fmla="*/ 979265 w 1480470"/>
              <a:gd name="connsiteY36" fmla="*/ 788953 h 983929"/>
              <a:gd name="connsiteX37" fmla="*/ 979265 w 1480470"/>
              <a:gd name="connsiteY37" fmla="*/ 858486 h 983929"/>
              <a:gd name="connsiteX38" fmla="*/ 853249 w 1480470"/>
              <a:gd name="connsiteY38" fmla="*/ 858486 h 983929"/>
              <a:gd name="connsiteX39" fmla="*/ 853249 w 1480470"/>
              <a:gd name="connsiteY39" fmla="*/ 788953 h 983929"/>
              <a:gd name="connsiteX40" fmla="*/ 793432 w 1480470"/>
              <a:gd name="connsiteY40" fmla="*/ 788953 h 983929"/>
              <a:gd name="connsiteX41" fmla="*/ 793432 w 1480470"/>
              <a:gd name="connsiteY41" fmla="*/ 983930 h 983929"/>
              <a:gd name="connsiteX42" fmla="*/ 1185386 w 1480470"/>
              <a:gd name="connsiteY42" fmla="*/ 983930 h 983929"/>
              <a:gd name="connsiteX43" fmla="*/ 1379601 w 1480470"/>
              <a:gd name="connsiteY43" fmla="*/ 983930 h 983929"/>
              <a:gd name="connsiteX44" fmla="*/ 1379601 w 1480470"/>
              <a:gd name="connsiteY44" fmla="*/ 933828 h 983929"/>
              <a:gd name="connsiteX45" fmla="*/ 1245203 w 1480470"/>
              <a:gd name="connsiteY45" fmla="*/ 933828 h 983929"/>
              <a:gd name="connsiteX46" fmla="*/ 1245203 w 1480470"/>
              <a:gd name="connsiteY46" fmla="*/ 788953 h 983929"/>
              <a:gd name="connsiteX47" fmla="*/ 1185386 w 1480470"/>
              <a:gd name="connsiteY47" fmla="*/ 788953 h 983929"/>
              <a:gd name="connsiteX48" fmla="*/ 1185386 w 1480470"/>
              <a:gd name="connsiteY48" fmla="*/ 983930 h 983929"/>
              <a:gd name="connsiteX49" fmla="*/ 682752 w 1480470"/>
              <a:gd name="connsiteY49" fmla="*/ 354804 h 983929"/>
              <a:gd name="connsiteX50" fmla="*/ 776383 w 1480470"/>
              <a:gd name="connsiteY50" fmla="*/ 368329 h 983929"/>
              <a:gd name="connsiteX51" fmla="*/ 690658 w 1480470"/>
              <a:gd name="connsiteY51" fmla="*/ 277651 h 983929"/>
              <a:gd name="connsiteX52" fmla="*/ 597217 w 1480470"/>
              <a:gd name="connsiteY52" fmla="*/ 262030 h 983929"/>
              <a:gd name="connsiteX53" fmla="*/ 682752 w 1480470"/>
              <a:gd name="connsiteY53" fmla="*/ 354804 h 983929"/>
              <a:gd name="connsiteX54" fmla="*/ 434911 w 1480470"/>
              <a:gd name="connsiteY54" fmla="*/ 320990 h 983929"/>
              <a:gd name="connsiteX55" fmla="*/ 542258 w 1480470"/>
              <a:gd name="connsiteY55" fmla="*/ 336420 h 983929"/>
              <a:gd name="connsiteX56" fmla="*/ 457390 w 1480470"/>
              <a:gd name="connsiteY56" fmla="*/ 240408 h 983929"/>
              <a:gd name="connsiteX57" fmla="*/ 350710 w 1480470"/>
              <a:gd name="connsiteY57" fmla="*/ 222692 h 983929"/>
              <a:gd name="connsiteX58" fmla="*/ 434911 w 1480470"/>
              <a:gd name="connsiteY58" fmla="*/ 320990 h 983929"/>
              <a:gd name="connsiteX59" fmla="*/ 671798 w 1480470"/>
              <a:gd name="connsiteY59" fmla="*/ 461674 h 983929"/>
              <a:gd name="connsiteX60" fmla="*/ 772477 w 1480470"/>
              <a:gd name="connsiteY60" fmla="*/ 473104 h 983929"/>
              <a:gd name="connsiteX61" fmla="*/ 680942 w 1480470"/>
              <a:gd name="connsiteY61" fmla="*/ 373187 h 983929"/>
              <a:gd name="connsiteX62" fmla="*/ 580644 w 1480470"/>
              <a:gd name="connsiteY62" fmla="*/ 359280 h 983929"/>
              <a:gd name="connsiteX63" fmla="*/ 671798 w 1480470"/>
              <a:gd name="connsiteY63" fmla="*/ 461674 h 983929"/>
              <a:gd name="connsiteX64" fmla="*/ 148304 w 1480470"/>
              <a:gd name="connsiteY64" fmla="*/ 281842 h 983929"/>
              <a:gd name="connsiteX65" fmla="*/ 272605 w 1480470"/>
              <a:gd name="connsiteY65" fmla="*/ 299654 h 983929"/>
              <a:gd name="connsiteX66" fmla="*/ 189738 w 1480470"/>
              <a:gd name="connsiteY66" fmla="*/ 197736 h 983929"/>
              <a:gd name="connsiteX67" fmla="*/ 66770 w 1480470"/>
              <a:gd name="connsiteY67" fmla="*/ 177353 h 983929"/>
              <a:gd name="connsiteX68" fmla="*/ 148304 w 1480470"/>
              <a:gd name="connsiteY68" fmla="*/ 281842 h 983929"/>
              <a:gd name="connsiteX69" fmla="*/ 403479 w 1480470"/>
              <a:gd name="connsiteY69" fmla="*/ 433480 h 983929"/>
              <a:gd name="connsiteX70" fmla="*/ 520065 w 1480470"/>
              <a:gd name="connsiteY70" fmla="*/ 446625 h 983929"/>
              <a:gd name="connsiteX71" fmla="*/ 429577 w 1480470"/>
              <a:gd name="connsiteY71" fmla="*/ 340135 h 983929"/>
              <a:gd name="connsiteX72" fmla="*/ 313944 w 1480470"/>
              <a:gd name="connsiteY72" fmla="*/ 324133 h 983929"/>
              <a:gd name="connsiteX73" fmla="*/ 403479 w 1480470"/>
              <a:gd name="connsiteY73" fmla="*/ 433480 h 983929"/>
              <a:gd name="connsiteX74" fmla="*/ 658939 w 1480470"/>
              <a:gd name="connsiteY74" fmla="*/ 585404 h 983929"/>
              <a:gd name="connsiteX75" fmla="*/ 767619 w 1480470"/>
              <a:gd name="connsiteY75" fmla="*/ 593881 h 983929"/>
              <a:gd name="connsiteX76" fmla="*/ 669512 w 1480470"/>
              <a:gd name="connsiteY76" fmla="*/ 482820 h 983929"/>
              <a:gd name="connsiteX77" fmla="*/ 561213 w 1480470"/>
              <a:gd name="connsiteY77" fmla="*/ 471199 h 983929"/>
              <a:gd name="connsiteX78" fmla="*/ 658939 w 1480470"/>
              <a:gd name="connsiteY78" fmla="*/ 585404 h 983929"/>
              <a:gd name="connsiteX79" fmla="*/ 89725 w 1480470"/>
              <a:gd name="connsiteY79" fmla="*/ 400619 h 983929"/>
              <a:gd name="connsiteX80" fmla="*/ 226314 w 1480470"/>
              <a:gd name="connsiteY80" fmla="*/ 415954 h 983929"/>
              <a:gd name="connsiteX81" fmla="*/ 138398 w 1480470"/>
              <a:gd name="connsiteY81" fmla="*/ 302035 h 983929"/>
              <a:gd name="connsiteX82" fmla="*/ 3524 w 1480470"/>
              <a:gd name="connsiteY82" fmla="*/ 283461 h 983929"/>
              <a:gd name="connsiteX83" fmla="*/ 89725 w 1480470"/>
              <a:gd name="connsiteY83" fmla="*/ 400619 h 983929"/>
              <a:gd name="connsiteX84" fmla="*/ 366617 w 1480470"/>
              <a:gd name="connsiteY84" fmla="*/ 565306 h 983929"/>
              <a:gd name="connsiteX85" fmla="*/ 494062 w 1480470"/>
              <a:gd name="connsiteY85" fmla="*/ 575117 h 983929"/>
              <a:gd name="connsiteX86" fmla="*/ 397192 w 1480470"/>
              <a:gd name="connsiteY86" fmla="*/ 455864 h 983929"/>
              <a:gd name="connsiteX87" fmla="*/ 270891 w 1480470"/>
              <a:gd name="connsiteY87" fmla="*/ 442434 h 983929"/>
              <a:gd name="connsiteX88" fmla="*/ 366617 w 1480470"/>
              <a:gd name="connsiteY88" fmla="*/ 565306 h 983929"/>
              <a:gd name="connsiteX89" fmla="*/ 643985 w 1480470"/>
              <a:gd name="connsiteY89" fmla="*/ 730374 h 983929"/>
              <a:gd name="connsiteX90" fmla="*/ 762190 w 1480470"/>
              <a:gd name="connsiteY90" fmla="*/ 734661 h 983929"/>
              <a:gd name="connsiteX91" fmla="*/ 656368 w 1480470"/>
              <a:gd name="connsiteY91" fmla="*/ 610074 h 983929"/>
              <a:gd name="connsiteX92" fmla="*/ 538639 w 1480470"/>
              <a:gd name="connsiteY92" fmla="*/ 601787 h 983929"/>
              <a:gd name="connsiteX93" fmla="*/ 643985 w 1480470"/>
              <a:gd name="connsiteY93" fmla="*/ 730374 h 983929"/>
              <a:gd name="connsiteX94" fmla="*/ 251746 w 1480470"/>
              <a:gd name="connsiteY94" fmla="*/ 93438 h 983929"/>
              <a:gd name="connsiteX95" fmla="*/ 357092 w 1480470"/>
              <a:gd name="connsiteY95" fmla="*/ 113916 h 983929"/>
              <a:gd name="connsiteX96" fmla="*/ 282892 w 1480470"/>
              <a:gd name="connsiteY96" fmla="*/ 30096 h 983929"/>
              <a:gd name="connsiteX97" fmla="*/ 178403 w 1480470"/>
              <a:gd name="connsiteY97" fmla="*/ 7903 h 983929"/>
              <a:gd name="connsiteX98" fmla="*/ 251746 w 1480470"/>
              <a:gd name="connsiteY98" fmla="*/ 93438 h 983929"/>
              <a:gd name="connsiteX99" fmla="*/ 472249 w 1480470"/>
              <a:gd name="connsiteY99" fmla="*/ 224311 h 983929"/>
              <a:gd name="connsiteX100" fmla="*/ 571786 w 1480470"/>
              <a:gd name="connsiteY100" fmla="*/ 241361 h 983929"/>
              <a:gd name="connsiteX101" fmla="*/ 491871 w 1480470"/>
              <a:gd name="connsiteY101" fmla="*/ 154112 h 983929"/>
              <a:gd name="connsiteX102" fmla="*/ 392906 w 1480470"/>
              <a:gd name="connsiteY102" fmla="*/ 135252 h 983929"/>
              <a:gd name="connsiteX103" fmla="*/ 472249 w 1480470"/>
              <a:gd name="connsiteY103" fmla="*/ 224311 h 983929"/>
              <a:gd name="connsiteX104" fmla="*/ 208502 w 1480470"/>
              <a:gd name="connsiteY104" fmla="*/ 181068 h 983929"/>
              <a:gd name="connsiteX105" fmla="*/ 322612 w 1480470"/>
              <a:gd name="connsiteY105" fmla="*/ 200499 h 983929"/>
              <a:gd name="connsiteX106" fmla="*/ 244316 w 1480470"/>
              <a:gd name="connsiteY106" fmla="*/ 108487 h 983929"/>
              <a:gd name="connsiteX107" fmla="*/ 131350 w 1480470"/>
              <a:gd name="connsiteY107" fmla="*/ 86961 h 983929"/>
              <a:gd name="connsiteX108" fmla="*/ 208502 w 1480470"/>
              <a:gd name="connsiteY108" fmla="*/ 181068 h 983929"/>
              <a:gd name="connsiteX109" fmla="*/ 1384554 w 1480470"/>
              <a:gd name="connsiteY109" fmla="*/ 789334 h 983929"/>
              <a:gd name="connsiteX110" fmla="*/ 1424178 w 1480470"/>
              <a:gd name="connsiteY110" fmla="*/ 789334 h 983929"/>
              <a:gd name="connsiteX111" fmla="*/ 1424178 w 1480470"/>
              <a:gd name="connsiteY111" fmla="*/ 796764 h 983929"/>
              <a:gd name="connsiteX112" fmla="*/ 1408652 w 1480470"/>
              <a:gd name="connsiteY112" fmla="*/ 796764 h 983929"/>
              <a:gd name="connsiteX113" fmla="*/ 1408652 w 1480470"/>
              <a:gd name="connsiteY113" fmla="*/ 838293 h 983929"/>
              <a:gd name="connsiteX114" fmla="*/ 1400080 w 1480470"/>
              <a:gd name="connsiteY114" fmla="*/ 838293 h 983929"/>
              <a:gd name="connsiteX115" fmla="*/ 1400080 w 1480470"/>
              <a:gd name="connsiteY115" fmla="*/ 796764 h 983929"/>
              <a:gd name="connsiteX116" fmla="*/ 1384554 w 1480470"/>
              <a:gd name="connsiteY116" fmla="*/ 796764 h 983929"/>
              <a:gd name="connsiteX117" fmla="*/ 1384554 w 1480470"/>
              <a:gd name="connsiteY117" fmla="*/ 789334 h 983929"/>
              <a:gd name="connsiteX118" fmla="*/ 1429702 w 1480470"/>
              <a:gd name="connsiteY118" fmla="*/ 789334 h 983929"/>
              <a:gd name="connsiteX119" fmla="*/ 1441799 w 1480470"/>
              <a:gd name="connsiteY119" fmla="*/ 789334 h 983929"/>
              <a:gd name="connsiteX120" fmla="*/ 1455325 w 1480470"/>
              <a:gd name="connsiteY120" fmla="*/ 827625 h 983929"/>
              <a:gd name="connsiteX121" fmla="*/ 1455420 w 1480470"/>
              <a:gd name="connsiteY121" fmla="*/ 827625 h 983929"/>
              <a:gd name="connsiteX122" fmla="*/ 1468564 w 1480470"/>
              <a:gd name="connsiteY122" fmla="*/ 789334 h 983929"/>
              <a:gd name="connsiteX123" fmla="*/ 1480470 w 1480470"/>
              <a:gd name="connsiteY123" fmla="*/ 789334 h 983929"/>
              <a:gd name="connsiteX124" fmla="*/ 1480470 w 1480470"/>
              <a:gd name="connsiteY124" fmla="*/ 838293 h 983929"/>
              <a:gd name="connsiteX125" fmla="*/ 1472279 w 1480470"/>
              <a:gd name="connsiteY125" fmla="*/ 838293 h 983929"/>
              <a:gd name="connsiteX126" fmla="*/ 1472279 w 1480470"/>
              <a:gd name="connsiteY126" fmla="*/ 800478 h 983929"/>
              <a:gd name="connsiteX127" fmla="*/ 1472184 w 1480470"/>
              <a:gd name="connsiteY127" fmla="*/ 800478 h 983929"/>
              <a:gd name="connsiteX128" fmla="*/ 1458658 w 1480470"/>
              <a:gd name="connsiteY128" fmla="*/ 838293 h 983929"/>
              <a:gd name="connsiteX129" fmla="*/ 1451610 w 1480470"/>
              <a:gd name="connsiteY129" fmla="*/ 838293 h 983929"/>
              <a:gd name="connsiteX130" fmla="*/ 1437989 w 1480470"/>
              <a:gd name="connsiteY130" fmla="*/ 800478 h 983929"/>
              <a:gd name="connsiteX131" fmla="*/ 1437894 w 1480470"/>
              <a:gd name="connsiteY131" fmla="*/ 800478 h 983929"/>
              <a:gd name="connsiteX132" fmla="*/ 1437894 w 1480470"/>
              <a:gd name="connsiteY132" fmla="*/ 838293 h 983929"/>
              <a:gd name="connsiteX133" fmla="*/ 1429702 w 1480470"/>
              <a:gd name="connsiteY133" fmla="*/ 838293 h 983929"/>
              <a:gd name="connsiteX134" fmla="*/ 1429702 w 1480470"/>
              <a:gd name="connsiteY134" fmla="*/ 789334 h 983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</a:cxnLst>
            <a:rect l="l" t="t" r="r" b="b"/>
            <a:pathLst>
              <a:path w="1480470" h="983929">
                <a:moveTo>
                  <a:pt x="3715" y="983930"/>
                </a:moveTo>
                <a:lnTo>
                  <a:pt x="70485" y="983930"/>
                </a:lnTo>
                <a:lnTo>
                  <a:pt x="88011" y="949449"/>
                </a:lnTo>
                <a:lnTo>
                  <a:pt x="209169" y="949449"/>
                </a:lnTo>
                <a:lnTo>
                  <a:pt x="227743" y="983930"/>
                </a:lnTo>
                <a:lnTo>
                  <a:pt x="294227" y="983930"/>
                </a:lnTo>
                <a:lnTo>
                  <a:pt x="187166" y="788953"/>
                </a:lnTo>
                <a:lnTo>
                  <a:pt x="109347" y="788953"/>
                </a:lnTo>
                <a:lnTo>
                  <a:pt x="3715" y="983930"/>
                </a:lnTo>
                <a:close/>
                <a:moveTo>
                  <a:pt x="148114" y="834197"/>
                </a:moveTo>
                <a:lnTo>
                  <a:pt x="186880" y="907444"/>
                </a:lnTo>
                <a:lnTo>
                  <a:pt x="110395" y="907444"/>
                </a:lnTo>
                <a:lnTo>
                  <a:pt x="148114" y="834197"/>
                </a:lnTo>
                <a:close/>
                <a:moveTo>
                  <a:pt x="421672" y="983930"/>
                </a:moveTo>
                <a:lnTo>
                  <a:pt x="481489" y="983930"/>
                </a:lnTo>
                <a:lnTo>
                  <a:pt x="481489" y="934876"/>
                </a:lnTo>
                <a:lnTo>
                  <a:pt x="600265" y="934876"/>
                </a:lnTo>
                <a:cubicBezTo>
                  <a:pt x="642556" y="934876"/>
                  <a:pt x="655225" y="901443"/>
                  <a:pt x="655225" y="872392"/>
                </a:cubicBezTo>
                <a:lnTo>
                  <a:pt x="655225" y="855723"/>
                </a:lnTo>
                <a:cubicBezTo>
                  <a:pt x="655225" y="817433"/>
                  <a:pt x="641509" y="788953"/>
                  <a:pt x="584644" y="788953"/>
                </a:cubicBezTo>
                <a:lnTo>
                  <a:pt x="421672" y="788953"/>
                </a:lnTo>
                <a:lnTo>
                  <a:pt x="421672" y="983930"/>
                </a:lnTo>
                <a:close/>
                <a:moveTo>
                  <a:pt x="481393" y="837435"/>
                </a:moveTo>
                <a:lnTo>
                  <a:pt x="569214" y="837435"/>
                </a:lnTo>
                <a:cubicBezTo>
                  <a:pt x="587216" y="837435"/>
                  <a:pt x="593693" y="844960"/>
                  <a:pt x="593693" y="858200"/>
                </a:cubicBezTo>
                <a:lnTo>
                  <a:pt x="593693" y="865725"/>
                </a:lnTo>
                <a:cubicBezTo>
                  <a:pt x="593693" y="877345"/>
                  <a:pt x="588264" y="886489"/>
                  <a:pt x="574262" y="886489"/>
                </a:cubicBezTo>
                <a:lnTo>
                  <a:pt x="481393" y="886489"/>
                </a:lnTo>
                <a:lnTo>
                  <a:pt x="481393" y="837435"/>
                </a:lnTo>
                <a:close/>
                <a:moveTo>
                  <a:pt x="793432" y="983930"/>
                </a:moveTo>
                <a:lnTo>
                  <a:pt x="853249" y="983930"/>
                </a:lnTo>
                <a:lnTo>
                  <a:pt x="853249" y="910111"/>
                </a:lnTo>
                <a:lnTo>
                  <a:pt x="979265" y="910111"/>
                </a:lnTo>
                <a:lnTo>
                  <a:pt x="979265" y="983930"/>
                </a:lnTo>
                <a:lnTo>
                  <a:pt x="1039082" y="983930"/>
                </a:lnTo>
                <a:lnTo>
                  <a:pt x="1039082" y="788953"/>
                </a:lnTo>
                <a:lnTo>
                  <a:pt x="979265" y="788953"/>
                </a:lnTo>
                <a:lnTo>
                  <a:pt x="979265" y="858486"/>
                </a:lnTo>
                <a:lnTo>
                  <a:pt x="853249" y="858486"/>
                </a:lnTo>
                <a:lnTo>
                  <a:pt x="853249" y="788953"/>
                </a:lnTo>
                <a:lnTo>
                  <a:pt x="793432" y="788953"/>
                </a:lnTo>
                <a:lnTo>
                  <a:pt x="793432" y="983930"/>
                </a:lnTo>
                <a:close/>
                <a:moveTo>
                  <a:pt x="1185386" y="983930"/>
                </a:moveTo>
                <a:lnTo>
                  <a:pt x="1379601" y="983930"/>
                </a:lnTo>
                <a:lnTo>
                  <a:pt x="1379601" y="933828"/>
                </a:lnTo>
                <a:lnTo>
                  <a:pt x="1245203" y="933828"/>
                </a:lnTo>
                <a:lnTo>
                  <a:pt x="1245203" y="788953"/>
                </a:lnTo>
                <a:lnTo>
                  <a:pt x="1185386" y="788953"/>
                </a:lnTo>
                <a:lnTo>
                  <a:pt x="1185386" y="983930"/>
                </a:lnTo>
                <a:close/>
                <a:moveTo>
                  <a:pt x="682752" y="354804"/>
                </a:moveTo>
                <a:cubicBezTo>
                  <a:pt x="733615" y="384998"/>
                  <a:pt x="775525" y="390808"/>
                  <a:pt x="776383" y="368329"/>
                </a:cubicBezTo>
                <a:cubicBezTo>
                  <a:pt x="777240" y="346517"/>
                  <a:pt x="738854" y="306226"/>
                  <a:pt x="690658" y="277651"/>
                </a:cubicBezTo>
                <a:cubicBezTo>
                  <a:pt x="642556" y="249076"/>
                  <a:pt x="600742" y="241837"/>
                  <a:pt x="597217" y="262030"/>
                </a:cubicBezTo>
                <a:cubicBezTo>
                  <a:pt x="593788" y="282795"/>
                  <a:pt x="631984" y="324609"/>
                  <a:pt x="682752" y="354804"/>
                </a:cubicBezTo>
                <a:close/>
                <a:moveTo>
                  <a:pt x="434911" y="320990"/>
                </a:moveTo>
                <a:cubicBezTo>
                  <a:pt x="489394" y="353375"/>
                  <a:pt x="537496" y="359947"/>
                  <a:pt x="542258" y="336420"/>
                </a:cubicBezTo>
                <a:cubicBezTo>
                  <a:pt x="546830" y="313655"/>
                  <a:pt x="508825" y="270984"/>
                  <a:pt x="457390" y="240408"/>
                </a:cubicBezTo>
                <a:cubicBezTo>
                  <a:pt x="406051" y="209928"/>
                  <a:pt x="358330" y="201642"/>
                  <a:pt x="350710" y="222692"/>
                </a:cubicBezTo>
                <a:cubicBezTo>
                  <a:pt x="342805" y="244314"/>
                  <a:pt x="380428" y="288605"/>
                  <a:pt x="434911" y="320990"/>
                </a:cubicBezTo>
                <a:close/>
                <a:moveTo>
                  <a:pt x="671798" y="461674"/>
                </a:moveTo>
                <a:cubicBezTo>
                  <a:pt x="726376" y="494059"/>
                  <a:pt x="771430" y="498822"/>
                  <a:pt x="772477" y="473104"/>
                </a:cubicBezTo>
                <a:cubicBezTo>
                  <a:pt x="773430" y="448149"/>
                  <a:pt x="732472" y="403667"/>
                  <a:pt x="680942" y="373187"/>
                </a:cubicBezTo>
                <a:cubicBezTo>
                  <a:pt x="629507" y="342612"/>
                  <a:pt x="584644" y="336135"/>
                  <a:pt x="580644" y="359280"/>
                </a:cubicBezTo>
                <a:cubicBezTo>
                  <a:pt x="576453" y="383093"/>
                  <a:pt x="617220" y="429289"/>
                  <a:pt x="671798" y="461674"/>
                </a:cubicBezTo>
                <a:close/>
                <a:moveTo>
                  <a:pt x="148304" y="281842"/>
                </a:moveTo>
                <a:cubicBezTo>
                  <a:pt x="206978" y="316704"/>
                  <a:pt x="262795" y="324324"/>
                  <a:pt x="272605" y="299654"/>
                </a:cubicBezTo>
                <a:cubicBezTo>
                  <a:pt x="282130" y="275841"/>
                  <a:pt x="244888" y="230502"/>
                  <a:pt x="189738" y="197736"/>
                </a:cubicBezTo>
                <a:cubicBezTo>
                  <a:pt x="134588" y="164970"/>
                  <a:pt x="79819" y="155541"/>
                  <a:pt x="66770" y="177353"/>
                </a:cubicBezTo>
                <a:cubicBezTo>
                  <a:pt x="53435" y="199927"/>
                  <a:pt x="89725" y="246981"/>
                  <a:pt x="148304" y="281842"/>
                </a:cubicBezTo>
                <a:close/>
                <a:moveTo>
                  <a:pt x="403479" y="433480"/>
                </a:moveTo>
                <a:cubicBezTo>
                  <a:pt x="462248" y="468437"/>
                  <a:pt x="514540" y="473961"/>
                  <a:pt x="520065" y="446625"/>
                </a:cubicBezTo>
                <a:cubicBezTo>
                  <a:pt x="525399" y="420240"/>
                  <a:pt x="484822" y="372996"/>
                  <a:pt x="429577" y="340135"/>
                </a:cubicBezTo>
                <a:cubicBezTo>
                  <a:pt x="374428" y="307369"/>
                  <a:pt x="322707" y="299844"/>
                  <a:pt x="313944" y="324133"/>
                </a:cubicBezTo>
                <a:cubicBezTo>
                  <a:pt x="304705" y="349279"/>
                  <a:pt x="344710" y="398619"/>
                  <a:pt x="403479" y="433480"/>
                </a:cubicBezTo>
                <a:close/>
                <a:moveTo>
                  <a:pt x="658939" y="585404"/>
                </a:moveTo>
                <a:cubicBezTo>
                  <a:pt x="717804" y="620361"/>
                  <a:pt x="766477" y="623790"/>
                  <a:pt x="767619" y="593881"/>
                </a:cubicBezTo>
                <a:cubicBezTo>
                  <a:pt x="768763" y="565020"/>
                  <a:pt x="724757" y="515681"/>
                  <a:pt x="669512" y="482820"/>
                </a:cubicBezTo>
                <a:cubicBezTo>
                  <a:pt x="614267" y="449958"/>
                  <a:pt x="565785" y="444434"/>
                  <a:pt x="561213" y="471199"/>
                </a:cubicBezTo>
                <a:cubicBezTo>
                  <a:pt x="556450" y="498917"/>
                  <a:pt x="600170" y="550447"/>
                  <a:pt x="658939" y="585404"/>
                </a:cubicBezTo>
                <a:close/>
                <a:moveTo>
                  <a:pt x="89725" y="400619"/>
                </a:moveTo>
                <a:cubicBezTo>
                  <a:pt x="153352" y="438528"/>
                  <a:pt x="214693" y="444910"/>
                  <a:pt x="226314" y="415954"/>
                </a:cubicBezTo>
                <a:cubicBezTo>
                  <a:pt x="237458" y="388046"/>
                  <a:pt x="197929" y="337468"/>
                  <a:pt x="138398" y="302035"/>
                </a:cubicBezTo>
                <a:cubicBezTo>
                  <a:pt x="78867" y="266697"/>
                  <a:pt x="18764" y="257934"/>
                  <a:pt x="3524" y="283461"/>
                </a:cubicBezTo>
                <a:cubicBezTo>
                  <a:pt x="-12192" y="309846"/>
                  <a:pt x="26098" y="362709"/>
                  <a:pt x="89725" y="400619"/>
                </a:cubicBezTo>
                <a:close/>
                <a:moveTo>
                  <a:pt x="366617" y="565306"/>
                </a:moveTo>
                <a:cubicBezTo>
                  <a:pt x="430435" y="603216"/>
                  <a:pt x="487585" y="607121"/>
                  <a:pt x="494062" y="575117"/>
                </a:cubicBezTo>
                <a:cubicBezTo>
                  <a:pt x="500253" y="544256"/>
                  <a:pt x="456819" y="491297"/>
                  <a:pt x="397192" y="455864"/>
                </a:cubicBezTo>
                <a:cubicBezTo>
                  <a:pt x="337566" y="420431"/>
                  <a:pt x="281178" y="413954"/>
                  <a:pt x="270891" y="442434"/>
                </a:cubicBezTo>
                <a:cubicBezTo>
                  <a:pt x="260223" y="471961"/>
                  <a:pt x="302895" y="527397"/>
                  <a:pt x="366617" y="565306"/>
                </a:cubicBezTo>
                <a:close/>
                <a:moveTo>
                  <a:pt x="643985" y="730374"/>
                </a:moveTo>
                <a:cubicBezTo>
                  <a:pt x="707898" y="768379"/>
                  <a:pt x="760857" y="769808"/>
                  <a:pt x="762190" y="734661"/>
                </a:cubicBezTo>
                <a:cubicBezTo>
                  <a:pt x="763524" y="700847"/>
                  <a:pt x="716089" y="645507"/>
                  <a:pt x="656368" y="610074"/>
                </a:cubicBezTo>
                <a:cubicBezTo>
                  <a:pt x="596646" y="574545"/>
                  <a:pt x="544068" y="570354"/>
                  <a:pt x="538639" y="601787"/>
                </a:cubicBezTo>
                <a:cubicBezTo>
                  <a:pt x="533114" y="634267"/>
                  <a:pt x="580168" y="692370"/>
                  <a:pt x="643985" y="730374"/>
                </a:cubicBezTo>
                <a:close/>
                <a:moveTo>
                  <a:pt x="251746" y="93438"/>
                </a:moveTo>
                <a:cubicBezTo>
                  <a:pt x="302419" y="123537"/>
                  <a:pt x="349758" y="132490"/>
                  <a:pt x="357092" y="113916"/>
                </a:cubicBezTo>
                <a:cubicBezTo>
                  <a:pt x="364236" y="95914"/>
                  <a:pt x="330994" y="58576"/>
                  <a:pt x="282892" y="30096"/>
                </a:cubicBezTo>
                <a:cubicBezTo>
                  <a:pt x="234886" y="1617"/>
                  <a:pt x="188214" y="-8575"/>
                  <a:pt x="178403" y="7903"/>
                </a:cubicBezTo>
                <a:cubicBezTo>
                  <a:pt x="168402" y="24858"/>
                  <a:pt x="201073" y="63339"/>
                  <a:pt x="251746" y="93438"/>
                </a:cubicBezTo>
                <a:close/>
                <a:moveTo>
                  <a:pt x="472249" y="224311"/>
                </a:moveTo>
                <a:cubicBezTo>
                  <a:pt x="523018" y="254410"/>
                  <a:pt x="567690" y="261840"/>
                  <a:pt x="571786" y="241361"/>
                </a:cubicBezTo>
                <a:cubicBezTo>
                  <a:pt x="575786" y="221454"/>
                  <a:pt x="539972" y="182687"/>
                  <a:pt x="491871" y="154112"/>
                </a:cubicBezTo>
                <a:cubicBezTo>
                  <a:pt x="443770" y="125537"/>
                  <a:pt x="399574" y="116869"/>
                  <a:pt x="392906" y="135252"/>
                </a:cubicBezTo>
                <a:cubicBezTo>
                  <a:pt x="386048" y="154017"/>
                  <a:pt x="421481" y="194212"/>
                  <a:pt x="472249" y="224311"/>
                </a:cubicBezTo>
                <a:close/>
                <a:moveTo>
                  <a:pt x="208502" y="181068"/>
                </a:moveTo>
                <a:cubicBezTo>
                  <a:pt x="262890" y="213357"/>
                  <a:pt x="314039" y="221835"/>
                  <a:pt x="322612" y="200499"/>
                </a:cubicBezTo>
                <a:cubicBezTo>
                  <a:pt x="330803" y="179925"/>
                  <a:pt x="295656" y="138967"/>
                  <a:pt x="244316" y="108487"/>
                </a:cubicBezTo>
                <a:cubicBezTo>
                  <a:pt x="192976" y="78007"/>
                  <a:pt x="142589" y="68101"/>
                  <a:pt x="131350" y="86961"/>
                </a:cubicBezTo>
                <a:cubicBezTo>
                  <a:pt x="119729" y="106392"/>
                  <a:pt x="154210" y="148778"/>
                  <a:pt x="208502" y="181068"/>
                </a:cubicBezTo>
                <a:close/>
                <a:moveTo>
                  <a:pt x="1384554" y="789334"/>
                </a:moveTo>
                <a:lnTo>
                  <a:pt x="1424178" y="789334"/>
                </a:lnTo>
                <a:lnTo>
                  <a:pt x="1424178" y="796764"/>
                </a:lnTo>
                <a:lnTo>
                  <a:pt x="1408652" y="796764"/>
                </a:lnTo>
                <a:lnTo>
                  <a:pt x="1408652" y="838293"/>
                </a:lnTo>
                <a:lnTo>
                  <a:pt x="1400080" y="838293"/>
                </a:lnTo>
                <a:lnTo>
                  <a:pt x="1400080" y="796764"/>
                </a:lnTo>
                <a:lnTo>
                  <a:pt x="1384554" y="796764"/>
                </a:lnTo>
                <a:lnTo>
                  <a:pt x="1384554" y="789334"/>
                </a:lnTo>
                <a:close/>
                <a:moveTo>
                  <a:pt x="1429702" y="789334"/>
                </a:moveTo>
                <a:lnTo>
                  <a:pt x="1441799" y="789334"/>
                </a:lnTo>
                <a:lnTo>
                  <a:pt x="1455325" y="827625"/>
                </a:lnTo>
                <a:lnTo>
                  <a:pt x="1455420" y="827625"/>
                </a:lnTo>
                <a:lnTo>
                  <a:pt x="1468564" y="789334"/>
                </a:lnTo>
                <a:lnTo>
                  <a:pt x="1480470" y="789334"/>
                </a:lnTo>
                <a:lnTo>
                  <a:pt x="1480470" y="838293"/>
                </a:lnTo>
                <a:lnTo>
                  <a:pt x="1472279" y="838293"/>
                </a:lnTo>
                <a:lnTo>
                  <a:pt x="1472279" y="800478"/>
                </a:lnTo>
                <a:lnTo>
                  <a:pt x="1472184" y="800478"/>
                </a:lnTo>
                <a:lnTo>
                  <a:pt x="1458658" y="838293"/>
                </a:lnTo>
                <a:lnTo>
                  <a:pt x="1451610" y="838293"/>
                </a:lnTo>
                <a:lnTo>
                  <a:pt x="1437989" y="800478"/>
                </a:lnTo>
                <a:lnTo>
                  <a:pt x="1437894" y="800478"/>
                </a:lnTo>
                <a:lnTo>
                  <a:pt x="1437894" y="838293"/>
                </a:lnTo>
                <a:lnTo>
                  <a:pt x="1429702" y="838293"/>
                </a:lnTo>
                <a:lnTo>
                  <a:pt x="1429702" y="78933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AB817F-D174-48BA-9628-6BA67D202568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2148840" y="2514866"/>
            <a:ext cx="7894320" cy="2387600"/>
          </a:xfrm>
        </p:spPr>
        <p:txBody>
          <a:bodyPr anchor="ctr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811597-91A2-411F-BB70-6B13A1808507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2819400" y="5105400"/>
            <a:ext cx="6553200" cy="94488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E422B-D5AA-4758-B6DE-EF79659FEDE6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>
          <a:xfrm>
            <a:off x="5581651" y="6273483"/>
            <a:ext cx="1028700" cy="365125"/>
          </a:xfrm>
        </p:spPr>
        <p:txBody>
          <a:bodyPr/>
          <a:lstStyle>
            <a:lvl1pPr algn="ctr"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67951538-CE6F-464E-8254-12A37F504BE6}" type="datetime1">
              <a:rPr lang="en-US" smtClean="0"/>
              <a:t>3/6/26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682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a 10">
            <a:extLst>
              <a:ext uri="{FF2B5EF4-FFF2-40B4-BE49-F238E27FC236}">
                <a16:creationId xmlns:a16="http://schemas.microsoft.com/office/drawing/2014/main" id="{8E03ACBC-064B-4A0C-974A-05453A12F0EE}"/>
              </a:ext>
            </a:extLst>
          </p:cNvPr>
          <p:cNvGrpSpPr/>
          <p:nvPr userDrawn="1"/>
        </p:nvGrpSpPr>
        <p:grpSpPr>
          <a:xfrm>
            <a:off x="4242442" y="0"/>
            <a:ext cx="3707119" cy="2085996"/>
            <a:chOff x="3563759" y="0"/>
            <a:chExt cx="4860000" cy="2734724"/>
          </a:xfrm>
        </p:grpSpPr>
        <p:sp>
          <p:nvSpPr>
            <p:cNvPr id="16" name="Dowolny kształt: kształt 15">
              <a:extLst>
                <a:ext uri="{FF2B5EF4-FFF2-40B4-BE49-F238E27FC236}">
                  <a16:creationId xmlns:a16="http://schemas.microsoft.com/office/drawing/2014/main" id="{2F5BBF54-8DB9-4C26-9E16-BEAA64EFFF85}"/>
                </a:ext>
              </a:extLst>
            </p:cNvPr>
            <p:cNvSpPr/>
            <p:nvPr userDrawn="1"/>
          </p:nvSpPr>
          <p:spPr>
            <a:xfrm>
              <a:off x="3563759" y="0"/>
              <a:ext cx="4860000" cy="2734724"/>
            </a:xfrm>
            <a:custGeom>
              <a:avLst/>
              <a:gdLst>
                <a:gd name="connsiteX0" fmla="*/ 21134 w 4860000"/>
                <a:gd name="connsiteY0" fmla="*/ 0 h 2734724"/>
                <a:gd name="connsiteX1" fmla="*/ 4838866 w 4860000"/>
                <a:gd name="connsiteY1" fmla="*/ 0 h 2734724"/>
                <a:gd name="connsiteX2" fmla="*/ 4847454 w 4860000"/>
                <a:gd name="connsiteY2" fmla="*/ 56271 h 2734724"/>
                <a:gd name="connsiteX3" fmla="*/ 4860000 w 4860000"/>
                <a:gd name="connsiteY3" fmla="*/ 304724 h 2734724"/>
                <a:gd name="connsiteX4" fmla="*/ 2430000 w 4860000"/>
                <a:gd name="connsiteY4" fmla="*/ 2734724 h 2734724"/>
                <a:gd name="connsiteX5" fmla="*/ 0 w 4860000"/>
                <a:gd name="connsiteY5" fmla="*/ 304724 h 2734724"/>
                <a:gd name="connsiteX6" fmla="*/ 12546 w 4860000"/>
                <a:gd name="connsiteY6" fmla="*/ 56271 h 2734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60000" h="2734724">
                  <a:moveTo>
                    <a:pt x="21134" y="0"/>
                  </a:moveTo>
                  <a:lnTo>
                    <a:pt x="4838866" y="0"/>
                  </a:lnTo>
                  <a:lnTo>
                    <a:pt x="4847454" y="56271"/>
                  </a:lnTo>
                  <a:cubicBezTo>
                    <a:pt x="4855750" y="137960"/>
                    <a:pt x="4860000" y="220846"/>
                    <a:pt x="4860000" y="304724"/>
                  </a:cubicBezTo>
                  <a:cubicBezTo>
                    <a:pt x="4860000" y="1646776"/>
                    <a:pt x="3772052" y="2734724"/>
                    <a:pt x="2430000" y="2734724"/>
                  </a:cubicBezTo>
                  <a:cubicBezTo>
                    <a:pt x="1087948" y="2734724"/>
                    <a:pt x="0" y="1646776"/>
                    <a:pt x="0" y="304724"/>
                  </a:cubicBezTo>
                  <a:cubicBezTo>
                    <a:pt x="0" y="220846"/>
                    <a:pt x="4250" y="137960"/>
                    <a:pt x="12546" y="56271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tIns="72000" bIns="72000" rtlCol="0" anchor="ctr">
              <a:noAutofit/>
            </a:bodyPr>
            <a:lstStyle/>
            <a:p>
              <a:pPr algn="ctr">
                <a:spcAft>
                  <a:spcPts val="600"/>
                </a:spcAft>
              </a:pPr>
              <a:endParaRPr lang="en-US" sz="1800" dirty="0"/>
            </a:p>
          </p:txBody>
        </p:sp>
        <p:sp>
          <p:nvSpPr>
            <p:cNvPr id="17" name="Dowolny kształt: kształt 16">
              <a:extLst>
                <a:ext uri="{FF2B5EF4-FFF2-40B4-BE49-F238E27FC236}">
                  <a16:creationId xmlns:a16="http://schemas.microsoft.com/office/drawing/2014/main" id="{3D238C1E-904E-4CFC-80C2-116495F649B2}"/>
                </a:ext>
              </a:extLst>
            </p:cNvPr>
            <p:cNvSpPr/>
            <p:nvPr userDrawn="1"/>
          </p:nvSpPr>
          <p:spPr>
            <a:xfrm>
              <a:off x="3716759" y="0"/>
              <a:ext cx="4554000" cy="2581724"/>
            </a:xfrm>
            <a:custGeom>
              <a:avLst/>
              <a:gdLst>
                <a:gd name="connsiteX0" fmla="*/ 22731 w 4554000"/>
                <a:gd name="connsiteY0" fmla="*/ 0 h 2581724"/>
                <a:gd name="connsiteX1" fmla="*/ 4531269 w 4554000"/>
                <a:gd name="connsiteY1" fmla="*/ 0 h 2581724"/>
                <a:gd name="connsiteX2" fmla="*/ 4542244 w 4554000"/>
                <a:gd name="connsiteY2" fmla="*/ 71914 h 2581724"/>
                <a:gd name="connsiteX3" fmla="*/ 4554000 w 4554000"/>
                <a:gd name="connsiteY3" fmla="*/ 304724 h 2581724"/>
                <a:gd name="connsiteX4" fmla="*/ 2277000 w 4554000"/>
                <a:gd name="connsiteY4" fmla="*/ 2581724 h 2581724"/>
                <a:gd name="connsiteX5" fmla="*/ 0 w 4554000"/>
                <a:gd name="connsiteY5" fmla="*/ 304724 h 2581724"/>
                <a:gd name="connsiteX6" fmla="*/ 11756 w 4554000"/>
                <a:gd name="connsiteY6" fmla="*/ 71914 h 2581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000" h="2581724">
                  <a:moveTo>
                    <a:pt x="22731" y="0"/>
                  </a:moveTo>
                  <a:lnTo>
                    <a:pt x="4531269" y="0"/>
                  </a:lnTo>
                  <a:lnTo>
                    <a:pt x="4542244" y="71914"/>
                  </a:lnTo>
                  <a:cubicBezTo>
                    <a:pt x="4550018" y="148460"/>
                    <a:pt x="4554000" y="226127"/>
                    <a:pt x="4554000" y="304724"/>
                  </a:cubicBezTo>
                  <a:cubicBezTo>
                    <a:pt x="4554000" y="1562276"/>
                    <a:pt x="3534552" y="2581724"/>
                    <a:pt x="2277000" y="2581724"/>
                  </a:cubicBezTo>
                  <a:cubicBezTo>
                    <a:pt x="1019448" y="2581724"/>
                    <a:pt x="0" y="1562276"/>
                    <a:pt x="0" y="304724"/>
                  </a:cubicBezTo>
                  <a:cubicBezTo>
                    <a:pt x="0" y="226127"/>
                    <a:pt x="3982" y="148460"/>
                    <a:pt x="11756" y="719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tIns="72000" bIns="72000" rtlCol="0" anchor="ctr">
              <a:noAutofit/>
            </a:bodyPr>
            <a:lstStyle/>
            <a:p>
              <a:pPr algn="ctr">
                <a:spcAft>
                  <a:spcPts val="600"/>
                </a:spcAft>
              </a:pPr>
              <a:endParaRPr lang="en-US" sz="180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01C2BF3-AA76-4558-8440-269FAF997F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3303735"/>
            <a:ext cx="10652127" cy="125874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3727A9-818A-42AA-A971-435836BBC0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25" y="4589464"/>
            <a:ext cx="10652127" cy="65364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rostokąt 10">
            <a:extLst>
              <a:ext uri="{FF2B5EF4-FFF2-40B4-BE49-F238E27FC236}">
                <a16:creationId xmlns:a16="http://schemas.microsoft.com/office/drawing/2014/main" id="{34FCB22E-4809-4B17-96EA-A02D506D85ED}"/>
              </a:ext>
            </a:extLst>
          </p:cNvPr>
          <p:cNvSpPr/>
          <p:nvPr userDrawn="1"/>
        </p:nvSpPr>
        <p:spPr>
          <a:xfrm>
            <a:off x="695325" y="6783389"/>
            <a:ext cx="10801351" cy="7461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8" name="Prostokąt 11">
            <a:extLst>
              <a:ext uri="{FF2B5EF4-FFF2-40B4-BE49-F238E27FC236}">
                <a16:creationId xmlns:a16="http://schemas.microsoft.com/office/drawing/2014/main" id="{2CA57D05-92ED-46B5-9B07-9B23E4EFCCE3}"/>
              </a:ext>
            </a:extLst>
          </p:cNvPr>
          <p:cNvSpPr/>
          <p:nvPr userDrawn="1"/>
        </p:nvSpPr>
        <p:spPr>
          <a:xfrm flipV="1">
            <a:off x="11496675" y="6786003"/>
            <a:ext cx="698500" cy="71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9" name="Prostokąt 12">
            <a:extLst>
              <a:ext uri="{FF2B5EF4-FFF2-40B4-BE49-F238E27FC236}">
                <a16:creationId xmlns:a16="http://schemas.microsoft.com/office/drawing/2014/main" id="{316F3045-9859-464F-AB89-0AB150A562EB}"/>
              </a:ext>
            </a:extLst>
          </p:cNvPr>
          <p:cNvSpPr/>
          <p:nvPr userDrawn="1"/>
        </p:nvSpPr>
        <p:spPr>
          <a:xfrm flipV="1">
            <a:off x="1" y="3303737"/>
            <a:ext cx="698500" cy="71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3" name="Grafika 4">
            <a:extLst>
              <a:ext uri="{FF2B5EF4-FFF2-40B4-BE49-F238E27FC236}">
                <a16:creationId xmlns:a16="http://schemas.microsoft.com/office/drawing/2014/main" id="{A66D5D57-1B75-4868-B24D-787F9509A210}"/>
              </a:ext>
            </a:extLst>
          </p:cNvPr>
          <p:cNvSpPr/>
          <p:nvPr userDrawn="1"/>
        </p:nvSpPr>
        <p:spPr>
          <a:xfrm>
            <a:off x="5449940" y="462784"/>
            <a:ext cx="1371095" cy="911238"/>
          </a:xfrm>
          <a:custGeom>
            <a:avLst/>
            <a:gdLst>
              <a:gd name="connsiteX0" fmla="*/ 3715 w 1480470"/>
              <a:gd name="connsiteY0" fmla="*/ 983930 h 983929"/>
              <a:gd name="connsiteX1" fmla="*/ 70485 w 1480470"/>
              <a:gd name="connsiteY1" fmla="*/ 983930 h 983929"/>
              <a:gd name="connsiteX2" fmla="*/ 88011 w 1480470"/>
              <a:gd name="connsiteY2" fmla="*/ 949449 h 983929"/>
              <a:gd name="connsiteX3" fmla="*/ 209169 w 1480470"/>
              <a:gd name="connsiteY3" fmla="*/ 949449 h 983929"/>
              <a:gd name="connsiteX4" fmla="*/ 227743 w 1480470"/>
              <a:gd name="connsiteY4" fmla="*/ 983930 h 983929"/>
              <a:gd name="connsiteX5" fmla="*/ 294227 w 1480470"/>
              <a:gd name="connsiteY5" fmla="*/ 983930 h 983929"/>
              <a:gd name="connsiteX6" fmla="*/ 187166 w 1480470"/>
              <a:gd name="connsiteY6" fmla="*/ 788953 h 983929"/>
              <a:gd name="connsiteX7" fmla="*/ 109347 w 1480470"/>
              <a:gd name="connsiteY7" fmla="*/ 788953 h 983929"/>
              <a:gd name="connsiteX8" fmla="*/ 3715 w 1480470"/>
              <a:gd name="connsiteY8" fmla="*/ 983930 h 983929"/>
              <a:gd name="connsiteX9" fmla="*/ 148114 w 1480470"/>
              <a:gd name="connsiteY9" fmla="*/ 834197 h 983929"/>
              <a:gd name="connsiteX10" fmla="*/ 186880 w 1480470"/>
              <a:gd name="connsiteY10" fmla="*/ 907444 h 983929"/>
              <a:gd name="connsiteX11" fmla="*/ 110395 w 1480470"/>
              <a:gd name="connsiteY11" fmla="*/ 907444 h 983929"/>
              <a:gd name="connsiteX12" fmla="*/ 148114 w 1480470"/>
              <a:gd name="connsiteY12" fmla="*/ 834197 h 983929"/>
              <a:gd name="connsiteX13" fmla="*/ 421672 w 1480470"/>
              <a:gd name="connsiteY13" fmla="*/ 983930 h 983929"/>
              <a:gd name="connsiteX14" fmla="*/ 481489 w 1480470"/>
              <a:gd name="connsiteY14" fmla="*/ 983930 h 983929"/>
              <a:gd name="connsiteX15" fmla="*/ 481489 w 1480470"/>
              <a:gd name="connsiteY15" fmla="*/ 934876 h 983929"/>
              <a:gd name="connsiteX16" fmla="*/ 600265 w 1480470"/>
              <a:gd name="connsiteY16" fmla="*/ 934876 h 983929"/>
              <a:gd name="connsiteX17" fmla="*/ 655225 w 1480470"/>
              <a:gd name="connsiteY17" fmla="*/ 872392 h 983929"/>
              <a:gd name="connsiteX18" fmla="*/ 655225 w 1480470"/>
              <a:gd name="connsiteY18" fmla="*/ 855723 h 983929"/>
              <a:gd name="connsiteX19" fmla="*/ 584644 w 1480470"/>
              <a:gd name="connsiteY19" fmla="*/ 788953 h 983929"/>
              <a:gd name="connsiteX20" fmla="*/ 421672 w 1480470"/>
              <a:gd name="connsiteY20" fmla="*/ 788953 h 983929"/>
              <a:gd name="connsiteX21" fmla="*/ 421672 w 1480470"/>
              <a:gd name="connsiteY21" fmla="*/ 983930 h 983929"/>
              <a:gd name="connsiteX22" fmla="*/ 481393 w 1480470"/>
              <a:gd name="connsiteY22" fmla="*/ 837435 h 983929"/>
              <a:gd name="connsiteX23" fmla="*/ 569214 w 1480470"/>
              <a:gd name="connsiteY23" fmla="*/ 837435 h 983929"/>
              <a:gd name="connsiteX24" fmla="*/ 593693 w 1480470"/>
              <a:gd name="connsiteY24" fmla="*/ 858200 h 983929"/>
              <a:gd name="connsiteX25" fmla="*/ 593693 w 1480470"/>
              <a:gd name="connsiteY25" fmla="*/ 865725 h 983929"/>
              <a:gd name="connsiteX26" fmla="*/ 574262 w 1480470"/>
              <a:gd name="connsiteY26" fmla="*/ 886489 h 983929"/>
              <a:gd name="connsiteX27" fmla="*/ 481393 w 1480470"/>
              <a:gd name="connsiteY27" fmla="*/ 886489 h 983929"/>
              <a:gd name="connsiteX28" fmla="*/ 481393 w 1480470"/>
              <a:gd name="connsiteY28" fmla="*/ 837435 h 983929"/>
              <a:gd name="connsiteX29" fmla="*/ 793432 w 1480470"/>
              <a:gd name="connsiteY29" fmla="*/ 983930 h 983929"/>
              <a:gd name="connsiteX30" fmla="*/ 853249 w 1480470"/>
              <a:gd name="connsiteY30" fmla="*/ 983930 h 983929"/>
              <a:gd name="connsiteX31" fmla="*/ 853249 w 1480470"/>
              <a:gd name="connsiteY31" fmla="*/ 910111 h 983929"/>
              <a:gd name="connsiteX32" fmla="*/ 979265 w 1480470"/>
              <a:gd name="connsiteY32" fmla="*/ 910111 h 983929"/>
              <a:gd name="connsiteX33" fmla="*/ 979265 w 1480470"/>
              <a:gd name="connsiteY33" fmla="*/ 983930 h 983929"/>
              <a:gd name="connsiteX34" fmla="*/ 1039082 w 1480470"/>
              <a:gd name="connsiteY34" fmla="*/ 983930 h 983929"/>
              <a:gd name="connsiteX35" fmla="*/ 1039082 w 1480470"/>
              <a:gd name="connsiteY35" fmla="*/ 788953 h 983929"/>
              <a:gd name="connsiteX36" fmla="*/ 979265 w 1480470"/>
              <a:gd name="connsiteY36" fmla="*/ 788953 h 983929"/>
              <a:gd name="connsiteX37" fmla="*/ 979265 w 1480470"/>
              <a:gd name="connsiteY37" fmla="*/ 858486 h 983929"/>
              <a:gd name="connsiteX38" fmla="*/ 853249 w 1480470"/>
              <a:gd name="connsiteY38" fmla="*/ 858486 h 983929"/>
              <a:gd name="connsiteX39" fmla="*/ 853249 w 1480470"/>
              <a:gd name="connsiteY39" fmla="*/ 788953 h 983929"/>
              <a:gd name="connsiteX40" fmla="*/ 793432 w 1480470"/>
              <a:gd name="connsiteY40" fmla="*/ 788953 h 983929"/>
              <a:gd name="connsiteX41" fmla="*/ 793432 w 1480470"/>
              <a:gd name="connsiteY41" fmla="*/ 983930 h 983929"/>
              <a:gd name="connsiteX42" fmla="*/ 1185386 w 1480470"/>
              <a:gd name="connsiteY42" fmla="*/ 983930 h 983929"/>
              <a:gd name="connsiteX43" fmla="*/ 1379601 w 1480470"/>
              <a:gd name="connsiteY43" fmla="*/ 983930 h 983929"/>
              <a:gd name="connsiteX44" fmla="*/ 1379601 w 1480470"/>
              <a:gd name="connsiteY44" fmla="*/ 933828 h 983929"/>
              <a:gd name="connsiteX45" fmla="*/ 1245203 w 1480470"/>
              <a:gd name="connsiteY45" fmla="*/ 933828 h 983929"/>
              <a:gd name="connsiteX46" fmla="*/ 1245203 w 1480470"/>
              <a:gd name="connsiteY46" fmla="*/ 788953 h 983929"/>
              <a:gd name="connsiteX47" fmla="*/ 1185386 w 1480470"/>
              <a:gd name="connsiteY47" fmla="*/ 788953 h 983929"/>
              <a:gd name="connsiteX48" fmla="*/ 1185386 w 1480470"/>
              <a:gd name="connsiteY48" fmla="*/ 983930 h 983929"/>
              <a:gd name="connsiteX49" fmla="*/ 682752 w 1480470"/>
              <a:gd name="connsiteY49" fmla="*/ 354804 h 983929"/>
              <a:gd name="connsiteX50" fmla="*/ 776383 w 1480470"/>
              <a:gd name="connsiteY50" fmla="*/ 368329 h 983929"/>
              <a:gd name="connsiteX51" fmla="*/ 690658 w 1480470"/>
              <a:gd name="connsiteY51" fmla="*/ 277651 h 983929"/>
              <a:gd name="connsiteX52" fmla="*/ 597217 w 1480470"/>
              <a:gd name="connsiteY52" fmla="*/ 262030 h 983929"/>
              <a:gd name="connsiteX53" fmla="*/ 682752 w 1480470"/>
              <a:gd name="connsiteY53" fmla="*/ 354804 h 983929"/>
              <a:gd name="connsiteX54" fmla="*/ 434911 w 1480470"/>
              <a:gd name="connsiteY54" fmla="*/ 320990 h 983929"/>
              <a:gd name="connsiteX55" fmla="*/ 542258 w 1480470"/>
              <a:gd name="connsiteY55" fmla="*/ 336420 h 983929"/>
              <a:gd name="connsiteX56" fmla="*/ 457390 w 1480470"/>
              <a:gd name="connsiteY56" fmla="*/ 240408 h 983929"/>
              <a:gd name="connsiteX57" fmla="*/ 350710 w 1480470"/>
              <a:gd name="connsiteY57" fmla="*/ 222692 h 983929"/>
              <a:gd name="connsiteX58" fmla="*/ 434911 w 1480470"/>
              <a:gd name="connsiteY58" fmla="*/ 320990 h 983929"/>
              <a:gd name="connsiteX59" fmla="*/ 671798 w 1480470"/>
              <a:gd name="connsiteY59" fmla="*/ 461674 h 983929"/>
              <a:gd name="connsiteX60" fmla="*/ 772477 w 1480470"/>
              <a:gd name="connsiteY60" fmla="*/ 473104 h 983929"/>
              <a:gd name="connsiteX61" fmla="*/ 680942 w 1480470"/>
              <a:gd name="connsiteY61" fmla="*/ 373187 h 983929"/>
              <a:gd name="connsiteX62" fmla="*/ 580644 w 1480470"/>
              <a:gd name="connsiteY62" fmla="*/ 359280 h 983929"/>
              <a:gd name="connsiteX63" fmla="*/ 671798 w 1480470"/>
              <a:gd name="connsiteY63" fmla="*/ 461674 h 983929"/>
              <a:gd name="connsiteX64" fmla="*/ 148304 w 1480470"/>
              <a:gd name="connsiteY64" fmla="*/ 281842 h 983929"/>
              <a:gd name="connsiteX65" fmla="*/ 272605 w 1480470"/>
              <a:gd name="connsiteY65" fmla="*/ 299654 h 983929"/>
              <a:gd name="connsiteX66" fmla="*/ 189738 w 1480470"/>
              <a:gd name="connsiteY66" fmla="*/ 197736 h 983929"/>
              <a:gd name="connsiteX67" fmla="*/ 66770 w 1480470"/>
              <a:gd name="connsiteY67" fmla="*/ 177353 h 983929"/>
              <a:gd name="connsiteX68" fmla="*/ 148304 w 1480470"/>
              <a:gd name="connsiteY68" fmla="*/ 281842 h 983929"/>
              <a:gd name="connsiteX69" fmla="*/ 403479 w 1480470"/>
              <a:gd name="connsiteY69" fmla="*/ 433480 h 983929"/>
              <a:gd name="connsiteX70" fmla="*/ 520065 w 1480470"/>
              <a:gd name="connsiteY70" fmla="*/ 446625 h 983929"/>
              <a:gd name="connsiteX71" fmla="*/ 429577 w 1480470"/>
              <a:gd name="connsiteY71" fmla="*/ 340135 h 983929"/>
              <a:gd name="connsiteX72" fmla="*/ 313944 w 1480470"/>
              <a:gd name="connsiteY72" fmla="*/ 324133 h 983929"/>
              <a:gd name="connsiteX73" fmla="*/ 403479 w 1480470"/>
              <a:gd name="connsiteY73" fmla="*/ 433480 h 983929"/>
              <a:gd name="connsiteX74" fmla="*/ 658939 w 1480470"/>
              <a:gd name="connsiteY74" fmla="*/ 585404 h 983929"/>
              <a:gd name="connsiteX75" fmla="*/ 767619 w 1480470"/>
              <a:gd name="connsiteY75" fmla="*/ 593881 h 983929"/>
              <a:gd name="connsiteX76" fmla="*/ 669512 w 1480470"/>
              <a:gd name="connsiteY76" fmla="*/ 482820 h 983929"/>
              <a:gd name="connsiteX77" fmla="*/ 561213 w 1480470"/>
              <a:gd name="connsiteY77" fmla="*/ 471199 h 983929"/>
              <a:gd name="connsiteX78" fmla="*/ 658939 w 1480470"/>
              <a:gd name="connsiteY78" fmla="*/ 585404 h 983929"/>
              <a:gd name="connsiteX79" fmla="*/ 89725 w 1480470"/>
              <a:gd name="connsiteY79" fmla="*/ 400619 h 983929"/>
              <a:gd name="connsiteX80" fmla="*/ 226314 w 1480470"/>
              <a:gd name="connsiteY80" fmla="*/ 415954 h 983929"/>
              <a:gd name="connsiteX81" fmla="*/ 138398 w 1480470"/>
              <a:gd name="connsiteY81" fmla="*/ 302035 h 983929"/>
              <a:gd name="connsiteX82" fmla="*/ 3524 w 1480470"/>
              <a:gd name="connsiteY82" fmla="*/ 283461 h 983929"/>
              <a:gd name="connsiteX83" fmla="*/ 89725 w 1480470"/>
              <a:gd name="connsiteY83" fmla="*/ 400619 h 983929"/>
              <a:gd name="connsiteX84" fmla="*/ 366617 w 1480470"/>
              <a:gd name="connsiteY84" fmla="*/ 565306 h 983929"/>
              <a:gd name="connsiteX85" fmla="*/ 494062 w 1480470"/>
              <a:gd name="connsiteY85" fmla="*/ 575117 h 983929"/>
              <a:gd name="connsiteX86" fmla="*/ 397192 w 1480470"/>
              <a:gd name="connsiteY86" fmla="*/ 455864 h 983929"/>
              <a:gd name="connsiteX87" fmla="*/ 270891 w 1480470"/>
              <a:gd name="connsiteY87" fmla="*/ 442434 h 983929"/>
              <a:gd name="connsiteX88" fmla="*/ 366617 w 1480470"/>
              <a:gd name="connsiteY88" fmla="*/ 565306 h 983929"/>
              <a:gd name="connsiteX89" fmla="*/ 643985 w 1480470"/>
              <a:gd name="connsiteY89" fmla="*/ 730374 h 983929"/>
              <a:gd name="connsiteX90" fmla="*/ 762190 w 1480470"/>
              <a:gd name="connsiteY90" fmla="*/ 734661 h 983929"/>
              <a:gd name="connsiteX91" fmla="*/ 656368 w 1480470"/>
              <a:gd name="connsiteY91" fmla="*/ 610074 h 983929"/>
              <a:gd name="connsiteX92" fmla="*/ 538639 w 1480470"/>
              <a:gd name="connsiteY92" fmla="*/ 601787 h 983929"/>
              <a:gd name="connsiteX93" fmla="*/ 643985 w 1480470"/>
              <a:gd name="connsiteY93" fmla="*/ 730374 h 983929"/>
              <a:gd name="connsiteX94" fmla="*/ 251746 w 1480470"/>
              <a:gd name="connsiteY94" fmla="*/ 93438 h 983929"/>
              <a:gd name="connsiteX95" fmla="*/ 357092 w 1480470"/>
              <a:gd name="connsiteY95" fmla="*/ 113916 h 983929"/>
              <a:gd name="connsiteX96" fmla="*/ 282892 w 1480470"/>
              <a:gd name="connsiteY96" fmla="*/ 30096 h 983929"/>
              <a:gd name="connsiteX97" fmla="*/ 178403 w 1480470"/>
              <a:gd name="connsiteY97" fmla="*/ 7903 h 983929"/>
              <a:gd name="connsiteX98" fmla="*/ 251746 w 1480470"/>
              <a:gd name="connsiteY98" fmla="*/ 93438 h 983929"/>
              <a:gd name="connsiteX99" fmla="*/ 472249 w 1480470"/>
              <a:gd name="connsiteY99" fmla="*/ 224311 h 983929"/>
              <a:gd name="connsiteX100" fmla="*/ 571786 w 1480470"/>
              <a:gd name="connsiteY100" fmla="*/ 241361 h 983929"/>
              <a:gd name="connsiteX101" fmla="*/ 491871 w 1480470"/>
              <a:gd name="connsiteY101" fmla="*/ 154112 h 983929"/>
              <a:gd name="connsiteX102" fmla="*/ 392906 w 1480470"/>
              <a:gd name="connsiteY102" fmla="*/ 135252 h 983929"/>
              <a:gd name="connsiteX103" fmla="*/ 472249 w 1480470"/>
              <a:gd name="connsiteY103" fmla="*/ 224311 h 983929"/>
              <a:gd name="connsiteX104" fmla="*/ 208502 w 1480470"/>
              <a:gd name="connsiteY104" fmla="*/ 181068 h 983929"/>
              <a:gd name="connsiteX105" fmla="*/ 322612 w 1480470"/>
              <a:gd name="connsiteY105" fmla="*/ 200499 h 983929"/>
              <a:gd name="connsiteX106" fmla="*/ 244316 w 1480470"/>
              <a:gd name="connsiteY106" fmla="*/ 108487 h 983929"/>
              <a:gd name="connsiteX107" fmla="*/ 131350 w 1480470"/>
              <a:gd name="connsiteY107" fmla="*/ 86961 h 983929"/>
              <a:gd name="connsiteX108" fmla="*/ 208502 w 1480470"/>
              <a:gd name="connsiteY108" fmla="*/ 181068 h 983929"/>
              <a:gd name="connsiteX109" fmla="*/ 1384554 w 1480470"/>
              <a:gd name="connsiteY109" fmla="*/ 789334 h 983929"/>
              <a:gd name="connsiteX110" fmla="*/ 1424178 w 1480470"/>
              <a:gd name="connsiteY110" fmla="*/ 789334 h 983929"/>
              <a:gd name="connsiteX111" fmla="*/ 1424178 w 1480470"/>
              <a:gd name="connsiteY111" fmla="*/ 796764 h 983929"/>
              <a:gd name="connsiteX112" fmla="*/ 1408652 w 1480470"/>
              <a:gd name="connsiteY112" fmla="*/ 796764 h 983929"/>
              <a:gd name="connsiteX113" fmla="*/ 1408652 w 1480470"/>
              <a:gd name="connsiteY113" fmla="*/ 838293 h 983929"/>
              <a:gd name="connsiteX114" fmla="*/ 1400080 w 1480470"/>
              <a:gd name="connsiteY114" fmla="*/ 838293 h 983929"/>
              <a:gd name="connsiteX115" fmla="*/ 1400080 w 1480470"/>
              <a:gd name="connsiteY115" fmla="*/ 796764 h 983929"/>
              <a:gd name="connsiteX116" fmla="*/ 1384554 w 1480470"/>
              <a:gd name="connsiteY116" fmla="*/ 796764 h 983929"/>
              <a:gd name="connsiteX117" fmla="*/ 1384554 w 1480470"/>
              <a:gd name="connsiteY117" fmla="*/ 789334 h 983929"/>
              <a:gd name="connsiteX118" fmla="*/ 1429702 w 1480470"/>
              <a:gd name="connsiteY118" fmla="*/ 789334 h 983929"/>
              <a:gd name="connsiteX119" fmla="*/ 1441799 w 1480470"/>
              <a:gd name="connsiteY119" fmla="*/ 789334 h 983929"/>
              <a:gd name="connsiteX120" fmla="*/ 1455325 w 1480470"/>
              <a:gd name="connsiteY120" fmla="*/ 827625 h 983929"/>
              <a:gd name="connsiteX121" fmla="*/ 1455420 w 1480470"/>
              <a:gd name="connsiteY121" fmla="*/ 827625 h 983929"/>
              <a:gd name="connsiteX122" fmla="*/ 1468564 w 1480470"/>
              <a:gd name="connsiteY122" fmla="*/ 789334 h 983929"/>
              <a:gd name="connsiteX123" fmla="*/ 1480470 w 1480470"/>
              <a:gd name="connsiteY123" fmla="*/ 789334 h 983929"/>
              <a:gd name="connsiteX124" fmla="*/ 1480470 w 1480470"/>
              <a:gd name="connsiteY124" fmla="*/ 838293 h 983929"/>
              <a:gd name="connsiteX125" fmla="*/ 1472279 w 1480470"/>
              <a:gd name="connsiteY125" fmla="*/ 838293 h 983929"/>
              <a:gd name="connsiteX126" fmla="*/ 1472279 w 1480470"/>
              <a:gd name="connsiteY126" fmla="*/ 800478 h 983929"/>
              <a:gd name="connsiteX127" fmla="*/ 1472184 w 1480470"/>
              <a:gd name="connsiteY127" fmla="*/ 800478 h 983929"/>
              <a:gd name="connsiteX128" fmla="*/ 1458658 w 1480470"/>
              <a:gd name="connsiteY128" fmla="*/ 838293 h 983929"/>
              <a:gd name="connsiteX129" fmla="*/ 1451610 w 1480470"/>
              <a:gd name="connsiteY129" fmla="*/ 838293 h 983929"/>
              <a:gd name="connsiteX130" fmla="*/ 1437989 w 1480470"/>
              <a:gd name="connsiteY130" fmla="*/ 800478 h 983929"/>
              <a:gd name="connsiteX131" fmla="*/ 1437894 w 1480470"/>
              <a:gd name="connsiteY131" fmla="*/ 800478 h 983929"/>
              <a:gd name="connsiteX132" fmla="*/ 1437894 w 1480470"/>
              <a:gd name="connsiteY132" fmla="*/ 838293 h 983929"/>
              <a:gd name="connsiteX133" fmla="*/ 1429702 w 1480470"/>
              <a:gd name="connsiteY133" fmla="*/ 838293 h 983929"/>
              <a:gd name="connsiteX134" fmla="*/ 1429702 w 1480470"/>
              <a:gd name="connsiteY134" fmla="*/ 789334 h 983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</a:cxnLst>
            <a:rect l="l" t="t" r="r" b="b"/>
            <a:pathLst>
              <a:path w="1480470" h="983929">
                <a:moveTo>
                  <a:pt x="3715" y="983930"/>
                </a:moveTo>
                <a:lnTo>
                  <a:pt x="70485" y="983930"/>
                </a:lnTo>
                <a:lnTo>
                  <a:pt x="88011" y="949449"/>
                </a:lnTo>
                <a:lnTo>
                  <a:pt x="209169" y="949449"/>
                </a:lnTo>
                <a:lnTo>
                  <a:pt x="227743" y="983930"/>
                </a:lnTo>
                <a:lnTo>
                  <a:pt x="294227" y="983930"/>
                </a:lnTo>
                <a:lnTo>
                  <a:pt x="187166" y="788953"/>
                </a:lnTo>
                <a:lnTo>
                  <a:pt x="109347" y="788953"/>
                </a:lnTo>
                <a:lnTo>
                  <a:pt x="3715" y="983930"/>
                </a:lnTo>
                <a:close/>
                <a:moveTo>
                  <a:pt x="148114" y="834197"/>
                </a:moveTo>
                <a:lnTo>
                  <a:pt x="186880" y="907444"/>
                </a:lnTo>
                <a:lnTo>
                  <a:pt x="110395" y="907444"/>
                </a:lnTo>
                <a:lnTo>
                  <a:pt x="148114" y="834197"/>
                </a:lnTo>
                <a:close/>
                <a:moveTo>
                  <a:pt x="421672" y="983930"/>
                </a:moveTo>
                <a:lnTo>
                  <a:pt x="481489" y="983930"/>
                </a:lnTo>
                <a:lnTo>
                  <a:pt x="481489" y="934876"/>
                </a:lnTo>
                <a:lnTo>
                  <a:pt x="600265" y="934876"/>
                </a:lnTo>
                <a:cubicBezTo>
                  <a:pt x="642556" y="934876"/>
                  <a:pt x="655225" y="901443"/>
                  <a:pt x="655225" y="872392"/>
                </a:cubicBezTo>
                <a:lnTo>
                  <a:pt x="655225" y="855723"/>
                </a:lnTo>
                <a:cubicBezTo>
                  <a:pt x="655225" y="817433"/>
                  <a:pt x="641509" y="788953"/>
                  <a:pt x="584644" y="788953"/>
                </a:cubicBezTo>
                <a:lnTo>
                  <a:pt x="421672" y="788953"/>
                </a:lnTo>
                <a:lnTo>
                  <a:pt x="421672" y="983930"/>
                </a:lnTo>
                <a:close/>
                <a:moveTo>
                  <a:pt x="481393" y="837435"/>
                </a:moveTo>
                <a:lnTo>
                  <a:pt x="569214" y="837435"/>
                </a:lnTo>
                <a:cubicBezTo>
                  <a:pt x="587216" y="837435"/>
                  <a:pt x="593693" y="844960"/>
                  <a:pt x="593693" y="858200"/>
                </a:cubicBezTo>
                <a:lnTo>
                  <a:pt x="593693" y="865725"/>
                </a:lnTo>
                <a:cubicBezTo>
                  <a:pt x="593693" y="877345"/>
                  <a:pt x="588264" y="886489"/>
                  <a:pt x="574262" y="886489"/>
                </a:cubicBezTo>
                <a:lnTo>
                  <a:pt x="481393" y="886489"/>
                </a:lnTo>
                <a:lnTo>
                  <a:pt x="481393" y="837435"/>
                </a:lnTo>
                <a:close/>
                <a:moveTo>
                  <a:pt x="793432" y="983930"/>
                </a:moveTo>
                <a:lnTo>
                  <a:pt x="853249" y="983930"/>
                </a:lnTo>
                <a:lnTo>
                  <a:pt x="853249" y="910111"/>
                </a:lnTo>
                <a:lnTo>
                  <a:pt x="979265" y="910111"/>
                </a:lnTo>
                <a:lnTo>
                  <a:pt x="979265" y="983930"/>
                </a:lnTo>
                <a:lnTo>
                  <a:pt x="1039082" y="983930"/>
                </a:lnTo>
                <a:lnTo>
                  <a:pt x="1039082" y="788953"/>
                </a:lnTo>
                <a:lnTo>
                  <a:pt x="979265" y="788953"/>
                </a:lnTo>
                <a:lnTo>
                  <a:pt x="979265" y="858486"/>
                </a:lnTo>
                <a:lnTo>
                  <a:pt x="853249" y="858486"/>
                </a:lnTo>
                <a:lnTo>
                  <a:pt x="853249" y="788953"/>
                </a:lnTo>
                <a:lnTo>
                  <a:pt x="793432" y="788953"/>
                </a:lnTo>
                <a:lnTo>
                  <a:pt x="793432" y="983930"/>
                </a:lnTo>
                <a:close/>
                <a:moveTo>
                  <a:pt x="1185386" y="983930"/>
                </a:moveTo>
                <a:lnTo>
                  <a:pt x="1379601" y="983930"/>
                </a:lnTo>
                <a:lnTo>
                  <a:pt x="1379601" y="933828"/>
                </a:lnTo>
                <a:lnTo>
                  <a:pt x="1245203" y="933828"/>
                </a:lnTo>
                <a:lnTo>
                  <a:pt x="1245203" y="788953"/>
                </a:lnTo>
                <a:lnTo>
                  <a:pt x="1185386" y="788953"/>
                </a:lnTo>
                <a:lnTo>
                  <a:pt x="1185386" y="983930"/>
                </a:lnTo>
                <a:close/>
                <a:moveTo>
                  <a:pt x="682752" y="354804"/>
                </a:moveTo>
                <a:cubicBezTo>
                  <a:pt x="733615" y="384998"/>
                  <a:pt x="775525" y="390808"/>
                  <a:pt x="776383" y="368329"/>
                </a:cubicBezTo>
                <a:cubicBezTo>
                  <a:pt x="777240" y="346517"/>
                  <a:pt x="738854" y="306226"/>
                  <a:pt x="690658" y="277651"/>
                </a:cubicBezTo>
                <a:cubicBezTo>
                  <a:pt x="642556" y="249076"/>
                  <a:pt x="600742" y="241837"/>
                  <a:pt x="597217" y="262030"/>
                </a:cubicBezTo>
                <a:cubicBezTo>
                  <a:pt x="593788" y="282795"/>
                  <a:pt x="631984" y="324609"/>
                  <a:pt x="682752" y="354804"/>
                </a:cubicBezTo>
                <a:close/>
                <a:moveTo>
                  <a:pt x="434911" y="320990"/>
                </a:moveTo>
                <a:cubicBezTo>
                  <a:pt x="489394" y="353375"/>
                  <a:pt x="537496" y="359947"/>
                  <a:pt x="542258" y="336420"/>
                </a:cubicBezTo>
                <a:cubicBezTo>
                  <a:pt x="546830" y="313655"/>
                  <a:pt x="508825" y="270984"/>
                  <a:pt x="457390" y="240408"/>
                </a:cubicBezTo>
                <a:cubicBezTo>
                  <a:pt x="406051" y="209928"/>
                  <a:pt x="358330" y="201642"/>
                  <a:pt x="350710" y="222692"/>
                </a:cubicBezTo>
                <a:cubicBezTo>
                  <a:pt x="342805" y="244314"/>
                  <a:pt x="380428" y="288605"/>
                  <a:pt x="434911" y="320990"/>
                </a:cubicBezTo>
                <a:close/>
                <a:moveTo>
                  <a:pt x="671798" y="461674"/>
                </a:moveTo>
                <a:cubicBezTo>
                  <a:pt x="726376" y="494059"/>
                  <a:pt x="771430" y="498822"/>
                  <a:pt x="772477" y="473104"/>
                </a:cubicBezTo>
                <a:cubicBezTo>
                  <a:pt x="773430" y="448149"/>
                  <a:pt x="732472" y="403667"/>
                  <a:pt x="680942" y="373187"/>
                </a:cubicBezTo>
                <a:cubicBezTo>
                  <a:pt x="629507" y="342612"/>
                  <a:pt x="584644" y="336135"/>
                  <a:pt x="580644" y="359280"/>
                </a:cubicBezTo>
                <a:cubicBezTo>
                  <a:pt x="576453" y="383093"/>
                  <a:pt x="617220" y="429289"/>
                  <a:pt x="671798" y="461674"/>
                </a:cubicBezTo>
                <a:close/>
                <a:moveTo>
                  <a:pt x="148304" y="281842"/>
                </a:moveTo>
                <a:cubicBezTo>
                  <a:pt x="206978" y="316704"/>
                  <a:pt x="262795" y="324324"/>
                  <a:pt x="272605" y="299654"/>
                </a:cubicBezTo>
                <a:cubicBezTo>
                  <a:pt x="282130" y="275841"/>
                  <a:pt x="244888" y="230502"/>
                  <a:pt x="189738" y="197736"/>
                </a:cubicBezTo>
                <a:cubicBezTo>
                  <a:pt x="134588" y="164970"/>
                  <a:pt x="79819" y="155541"/>
                  <a:pt x="66770" y="177353"/>
                </a:cubicBezTo>
                <a:cubicBezTo>
                  <a:pt x="53435" y="199927"/>
                  <a:pt x="89725" y="246981"/>
                  <a:pt x="148304" y="281842"/>
                </a:cubicBezTo>
                <a:close/>
                <a:moveTo>
                  <a:pt x="403479" y="433480"/>
                </a:moveTo>
                <a:cubicBezTo>
                  <a:pt x="462248" y="468437"/>
                  <a:pt x="514540" y="473961"/>
                  <a:pt x="520065" y="446625"/>
                </a:cubicBezTo>
                <a:cubicBezTo>
                  <a:pt x="525399" y="420240"/>
                  <a:pt x="484822" y="372996"/>
                  <a:pt x="429577" y="340135"/>
                </a:cubicBezTo>
                <a:cubicBezTo>
                  <a:pt x="374428" y="307369"/>
                  <a:pt x="322707" y="299844"/>
                  <a:pt x="313944" y="324133"/>
                </a:cubicBezTo>
                <a:cubicBezTo>
                  <a:pt x="304705" y="349279"/>
                  <a:pt x="344710" y="398619"/>
                  <a:pt x="403479" y="433480"/>
                </a:cubicBezTo>
                <a:close/>
                <a:moveTo>
                  <a:pt x="658939" y="585404"/>
                </a:moveTo>
                <a:cubicBezTo>
                  <a:pt x="717804" y="620361"/>
                  <a:pt x="766477" y="623790"/>
                  <a:pt x="767619" y="593881"/>
                </a:cubicBezTo>
                <a:cubicBezTo>
                  <a:pt x="768763" y="565020"/>
                  <a:pt x="724757" y="515681"/>
                  <a:pt x="669512" y="482820"/>
                </a:cubicBezTo>
                <a:cubicBezTo>
                  <a:pt x="614267" y="449958"/>
                  <a:pt x="565785" y="444434"/>
                  <a:pt x="561213" y="471199"/>
                </a:cubicBezTo>
                <a:cubicBezTo>
                  <a:pt x="556450" y="498917"/>
                  <a:pt x="600170" y="550447"/>
                  <a:pt x="658939" y="585404"/>
                </a:cubicBezTo>
                <a:close/>
                <a:moveTo>
                  <a:pt x="89725" y="400619"/>
                </a:moveTo>
                <a:cubicBezTo>
                  <a:pt x="153352" y="438528"/>
                  <a:pt x="214693" y="444910"/>
                  <a:pt x="226314" y="415954"/>
                </a:cubicBezTo>
                <a:cubicBezTo>
                  <a:pt x="237458" y="388046"/>
                  <a:pt x="197929" y="337468"/>
                  <a:pt x="138398" y="302035"/>
                </a:cubicBezTo>
                <a:cubicBezTo>
                  <a:pt x="78867" y="266697"/>
                  <a:pt x="18764" y="257934"/>
                  <a:pt x="3524" y="283461"/>
                </a:cubicBezTo>
                <a:cubicBezTo>
                  <a:pt x="-12192" y="309846"/>
                  <a:pt x="26098" y="362709"/>
                  <a:pt x="89725" y="400619"/>
                </a:cubicBezTo>
                <a:close/>
                <a:moveTo>
                  <a:pt x="366617" y="565306"/>
                </a:moveTo>
                <a:cubicBezTo>
                  <a:pt x="430435" y="603216"/>
                  <a:pt x="487585" y="607121"/>
                  <a:pt x="494062" y="575117"/>
                </a:cubicBezTo>
                <a:cubicBezTo>
                  <a:pt x="500253" y="544256"/>
                  <a:pt x="456819" y="491297"/>
                  <a:pt x="397192" y="455864"/>
                </a:cubicBezTo>
                <a:cubicBezTo>
                  <a:pt x="337566" y="420431"/>
                  <a:pt x="281178" y="413954"/>
                  <a:pt x="270891" y="442434"/>
                </a:cubicBezTo>
                <a:cubicBezTo>
                  <a:pt x="260223" y="471961"/>
                  <a:pt x="302895" y="527397"/>
                  <a:pt x="366617" y="565306"/>
                </a:cubicBezTo>
                <a:close/>
                <a:moveTo>
                  <a:pt x="643985" y="730374"/>
                </a:moveTo>
                <a:cubicBezTo>
                  <a:pt x="707898" y="768379"/>
                  <a:pt x="760857" y="769808"/>
                  <a:pt x="762190" y="734661"/>
                </a:cubicBezTo>
                <a:cubicBezTo>
                  <a:pt x="763524" y="700847"/>
                  <a:pt x="716089" y="645507"/>
                  <a:pt x="656368" y="610074"/>
                </a:cubicBezTo>
                <a:cubicBezTo>
                  <a:pt x="596646" y="574545"/>
                  <a:pt x="544068" y="570354"/>
                  <a:pt x="538639" y="601787"/>
                </a:cubicBezTo>
                <a:cubicBezTo>
                  <a:pt x="533114" y="634267"/>
                  <a:pt x="580168" y="692370"/>
                  <a:pt x="643985" y="730374"/>
                </a:cubicBezTo>
                <a:close/>
                <a:moveTo>
                  <a:pt x="251746" y="93438"/>
                </a:moveTo>
                <a:cubicBezTo>
                  <a:pt x="302419" y="123537"/>
                  <a:pt x="349758" y="132490"/>
                  <a:pt x="357092" y="113916"/>
                </a:cubicBezTo>
                <a:cubicBezTo>
                  <a:pt x="364236" y="95914"/>
                  <a:pt x="330994" y="58576"/>
                  <a:pt x="282892" y="30096"/>
                </a:cubicBezTo>
                <a:cubicBezTo>
                  <a:pt x="234886" y="1617"/>
                  <a:pt x="188214" y="-8575"/>
                  <a:pt x="178403" y="7903"/>
                </a:cubicBezTo>
                <a:cubicBezTo>
                  <a:pt x="168402" y="24858"/>
                  <a:pt x="201073" y="63339"/>
                  <a:pt x="251746" y="93438"/>
                </a:cubicBezTo>
                <a:close/>
                <a:moveTo>
                  <a:pt x="472249" y="224311"/>
                </a:moveTo>
                <a:cubicBezTo>
                  <a:pt x="523018" y="254410"/>
                  <a:pt x="567690" y="261840"/>
                  <a:pt x="571786" y="241361"/>
                </a:cubicBezTo>
                <a:cubicBezTo>
                  <a:pt x="575786" y="221454"/>
                  <a:pt x="539972" y="182687"/>
                  <a:pt x="491871" y="154112"/>
                </a:cubicBezTo>
                <a:cubicBezTo>
                  <a:pt x="443770" y="125537"/>
                  <a:pt x="399574" y="116869"/>
                  <a:pt x="392906" y="135252"/>
                </a:cubicBezTo>
                <a:cubicBezTo>
                  <a:pt x="386048" y="154017"/>
                  <a:pt x="421481" y="194212"/>
                  <a:pt x="472249" y="224311"/>
                </a:cubicBezTo>
                <a:close/>
                <a:moveTo>
                  <a:pt x="208502" y="181068"/>
                </a:moveTo>
                <a:cubicBezTo>
                  <a:pt x="262890" y="213357"/>
                  <a:pt x="314039" y="221835"/>
                  <a:pt x="322612" y="200499"/>
                </a:cubicBezTo>
                <a:cubicBezTo>
                  <a:pt x="330803" y="179925"/>
                  <a:pt x="295656" y="138967"/>
                  <a:pt x="244316" y="108487"/>
                </a:cubicBezTo>
                <a:cubicBezTo>
                  <a:pt x="192976" y="78007"/>
                  <a:pt x="142589" y="68101"/>
                  <a:pt x="131350" y="86961"/>
                </a:cubicBezTo>
                <a:cubicBezTo>
                  <a:pt x="119729" y="106392"/>
                  <a:pt x="154210" y="148778"/>
                  <a:pt x="208502" y="181068"/>
                </a:cubicBezTo>
                <a:close/>
                <a:moveTo>
                  <a:pt x="1384554" y="789334"/>
                </a:moveTo>
                <a:lnTo>
                  <a:pt x="1424178" y="789334"/>
                </a:lnTo>
                <a:lnTo>
                  <a:pt x="1424178" y="796764"/>
                </a:lnTo>
                <a:lnTo>
                  <a:pt x="1408652" y="796764"/>
                </a:lnTo>
                <a:lnTo>
                  <a:pt x="1408652" y="838293"/>
                </a:lnTo>
                <a:lnTo>
                  <a:pt x="1400080" y="838293"/>
                </a:lnTo>
                <a:lnTo>
                  <a:pt x="1400080" y="796764"/>
                </a:lnTo>
                <a:lnTo>
                  <a:pt x="1384554" y="796764"/>
                </a:lnTo>
                <a:lnTo>
                  <a:pt x="1384554" y="789334"/>
                </a:lnTo>
                <a:close/>
                <a:moveTo>
                  <a:pt x="1429702" y="789334"/>
                </a:moveTo>
                <a:lnTo>
                  <a:pt x="1441799" y="789334"/>
                </a:lnTo>
                <a:lnTo>
                  <a:pt x="1455325" y="827625"/>
                </a:lnTo>
                <a:lnTo>
                  <a:pt x="1455420" y="827625"/>
                </a:lnTo>
                <a:lnTo>
                  <a:pt x="1468564" y="789334"/>
                </a:lnTo>
                <a:lnTo>
                  <a:pt x="1480470" y="789334"/>
                </a:lnTo>
                <a:lnTo>
                  <a:pt x="1480470" y="838293"/>
                </a:lnTo>
                <a:lnTo>
                  <a:pt x="1472279" y="838293"/>
                </a:lnTo>
                <a:lnTo>
                  <a:pt x="1472279" y="800478"/>
                </a:lnTo>
                <a:lnTo>
                  <a:pt x="1472184" y="800478"/>
                </a:lnTo>
                <a:lnTo>
                  <a:pt x="1458658" y="838293"/>
                </a:lnTo>
                <a:lnTo>
                  <a:pt x="1451610" y="838293"/>
                </a:lnTo>
                <a:lnTo>
                  <a:pt x="1437989" y="800478"/>
                </a:lnTo>
                <a:lnTo>
                  <a:pt x="1437894" y="800478"/>
                </a:lnTo>
                <a:lnTo>
                  <a:pt x="1437894" y="838293"/>
                </a:lnTo>
                <a:lnTo>
                  <a:pt x="1429702" y="838293"/>
                </a:lnTo>
                <a:lnTo>
                  <a:pt x="1429702" y="78933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234457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278AF-FA92-4ACA-B57B-53A88BC56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128C6-3C6B-45AD-AAE4-638323BE46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5325" y="1160464"/>
            <a:ext cx="5248275" cy="5076824"/>
          </a:xfrm>
        </p:spPr>
        <p:txBody>
          <a:bodyPr/>
          <a:lstStyle>
            <a:lvl1pPr>
              <a:buClrTx/>
              <a:defRPr lang="en-US" dirty="0"/>
            </a:lvl1pPr>
            <a:lvl2pPr>
              <a:buClrTx/>
              <a:defRPr lang="en-US" dirty="0"/>
            </a:lvl2pPr>
            <a:lvl3pPr>
              <a:buClrTx/>
              <a:defRPr lang="en-US" dirty="0"/>
            </a:lvl3pPr>
            <a:lvl4pPr>
              <a:buClrTx/>
              <a:defRPr lang="en-US" dirty="0"/>
            </a:lvl4pPr>
            <a:lvl5pPr>
              <a:buClrTx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093D78-E9A4-4F1A-8E5D-4A2CF5BF7F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8400" y="1160464"/>
            <a:ext cx="5248275" cy="5076824"/>
          </a:xfrm>
        </p:spPr>
        <p:txBody>
          <a:bodyPr/>
          <a:lstStyle>
            <a:lvl1pPr>
              <a:buClrTx/>
              <a:defRPr lang="en-US" dirty="0"/>
            </a:lvl1pPr>
            <a:lvl2pPr>
              <a:buClrTx/>
              <a:defRPr lang="en-US" dirty="0"/>
            </a:lvl2pPr>
            <a:lvl3pPr>
              <a:buClrTx/>
              <a:defRPr lang="en-US" dirty="0"/>
            </a:lvl3pPr>
            <a:lvl4pPr>
              <a:buClrTx/>
              <a:defRPr lang="en-US" dirty="0"/>
            </a:lvl4pPr>
            <a:lvl5pPr>
              <a:buClrTx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39EDDC-3F91-4BD7-A1E6-721E0D268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6BB5E-0EF1-4D18-9535-B9DF778D1AAF}" type="datetime1">
              <a:rPr lang="en-US" smtClean="0"/>
              <a:t>3/6/26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5BB42C-B36A-4B3C-9240-A14997846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3FA55C-0CA7-43A2-A1EB-8C2A04828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67747-A1D0-4850-AF9A-570B1A0E3F7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569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B4DAF3-ABA4-4694-A9D8-065D5F3FAD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25" y="1424474"/>
            <a:ext cx="5302251" cy="575145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87DF0E-632C-4E10-AC29-11143B2D5B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5325" y="2068498"/>
            <a:ext cx="5302251" cy="4168791"/>
          </a:xfrm>
        </p:spPr>
        <p:txBody>
          <a:bodyPr/>
          <a:lstStyle>
            <a:lvl1pPr>
              <a:buClrTx/>
              <a:defRPr sz="2000"/>
            </a:lvl1pPr>
            <a:lvl2pPr>
              <a:buClrTx/>
              <a:defRPr sz="1800"/>
            </a:lvl2pPr>
            <a:lvl3pPr>
              <a:buClrTx/>
              <a:defRPr sz="1600"/>
            </a:lvl3pPr>
            <a:lvl4pPr>
              <a:buClrTx/>
              <a:defRPr sz="1400"/>
            </a:lvl4pPr>
            <a:lvl5pPr>
              <a:buClrTx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FB1D2D-2B36-459A-A3C6-FF45A5606F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424474"/>
            <a:ext cx="5324475" cy="575145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0276EB-47C9-405D-8982-D13C8734FF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68498"/>
            <a:ext cx="5324475" cy="4168791"/>
          </a:xfrm>
        </p:spPr>
        <p:txBody>
          <a:bodyPr/>
          <a:lstStyle>
            <a:lvl1pPr>
              <a:buClrTx/>
              <a:defRPr sz="2000"/>
            </a:lvl1pPr>
            <a:lvl2pPr>
              <a:buClrTx/>
              <a:defRPr sz="1800"/>
            </a:lvl2pPr>
            <a:lvl3pPr>
              <a:buClrTx/>
              <a:defRPr sz="1600"/>
            </a:lvl3pPr>
            <a:lvl4pPr>
              <a:buClrTx/>
              <a:defRPr sz="1400"/>
            </a:lvl4pPr>
            <a:lvl5pPr>
              <a:buClrTx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F80F63-A89B-474C-B329-21E419BBE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209E0-57A7-4F60-98FD-90D29FC571BB}" type="datetime1">
              <a:rPr lang="en-US" smtClean="0"/>
              <a:t>3/6/26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CBA565-64DF-4B0D-BF15-2341C80CF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8BD12F-ECE8-4C6A-8169-6C46DD2B1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67747-A1D0-4850-AF9A-570B1A0E3F7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76310A-367B-4F79-99E7-55659EA41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21223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22423-B7E0-4EF6-BACE-D854976A4F63}" type="datetime1">
              <a:rPr lang="en-US" smtClean="0"/>
              <a:t>3/6/26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67747-A1D0-4850-AF9A-570B1A0E3F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721193" y="2184725"/>
            <a:ext cx="3321051" cy="3628700"/>
          </a:xfrm>
        </p:spPr>
        <p:txBody>
          <a:bodyPr/>
          <a:lstStyle>
            <a:lvl1pPr>
              <a:buClrTx/>
              <a:defRPr/>
            </a:lvl1pPr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/>
            </a:lvl4pPr>
            <a:lvl5pPr>
              <a:buClrTx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333794" y="2184725"/>
            <a:ext cx="3324927" cy="3628700"/>
          </a:xfrm>
        </p:spPr>
        <p:txBody>
          <a:bodyPr/>
          <a:lstStyle>
            <a:lvl1pPr>
              <a:buClrTx/>
              <a:defRPr/>
            </a:lvl1pPr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/>
            </a:lvl4pPr>
            <a:lvl5pPr>
              <a:buClrTx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7950269" y="2184725"/>
            <a:ext cx="3324927" cy="3628700"/>
          </a:xfrm>
        </p:spPr>
        <p:txBody>
          <a:bodyPr/>
          <a:lstStyle>
            <a:lvl1pPr>
              <a:buClrTx/>
              <a:defRPr/>
            </a:lvl1pPr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/>
            </a:lvl4pPr>
            <a:lvl5pPr>
              <a:buClrTx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6"/>
          </p:nvPr>
        </p:nvSpPr>
        <p:spPr>
          <a:xfrm>
            <a:off x="695325" y="1176338"/>
            <a:ext cx="3346451" cy="823912"/>
          </a:xfrm>
        </p:spPr>
        <p:txBody>
          <a:bodyPr anchor="t"/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7"/>
          </p:nvPr>
        </p:nvSpPr>
        <p:spPr>
          <a:xfrm>
            <a:off x="4333877" y="1176338"/>
            <a:ext cx="3324225" cy="823912"/>
          </a:xfrm>
        </p:spPr>
        <p:txBody>
          <a:bodyPr anchor="t"/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8"/>
          </p:nvPr>
        </p:nvSpPr>
        <p:spPr>
          <a:xfrm>
            <a:off x="7950201" y="1176338"/>
            <a:ext cx="3324225" cy="823912"/>
          </a:xfrm>
        </p:spPr>
        <p:txBody>
          <a:bodyPr anchor="t"/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76832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3740B-1FE8-460A-BF8B-B2C0646E3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93DA4-5FD1-4899-9730-11C3C443E437}" type="datetime1">
              <a:rPr lang="en-US" smtClean="0"/>
              <a:t>3/6/26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67747-A1D0-4850-AF9A-570B1A0E3F7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31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ymbol zastępczy obrazu 8">
            <a:extLst>
              <a:ext uri="{FF2B5EF4-FFF2-40B4-BE49-F238E27FC236}">
                <a16:creationId xmlns:a16="http://schemas.microsoft.com/office/drawing/2014/main" id="{89B01C2E-6FE3-472D-B09D-E3CB9620D5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48401" y="1160464"/>
            <a:ext cx="5248275" cy="5076824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1278AF-FA92-4ACA-B57B-53A88BC56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128C6-3C6B-45AD-AAE4-638323BE46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5325" y="1160464"/>
            <a:ext cx="5248275" cy="5076824"/>
          </a:xfrm>
        </p:spPr>
        <p:txBody>
          <a:bodyPr/>
          <a:lstStyle>
            <a:lvl1pPr>
              <a:buClrTx/>
              <a:defRPr lang="en-US" dirty="0"/>
            </a:lvl1pPr>
            <a:lvl2pPr>
              <a:buClrTx/>
              <a:defRPr lang="en-US" dirty="0"/>
            </a:lvl2pPr>
            <a:lvl3pPr>
              <a:buClrTx/>
              <a:defRPr lang="en-US" dirty="0"/>
            </a:lvl3pPr>
            <a:lvl4pPr>
              <a:buClrTx/>
              <a:defRPr lang="en-US" dirty="0"/>
            </a:lvl4pPr>
            <a:lvl5pPr>
              <a:buClrTx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39EDDC-3F91-4BD7-A1E6-721E0D268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285BE-3472-427D-9394-DE527CF46C66}" type="datetime1">
              <a:rPr lang="en-US" smtClean="0"/>
              <a:t>3/6/26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5BB42C-B36A-4B3C-9240-A14997846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3FA55C-0CA7-43A2-A1EB-8C2A04828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67747-A1D0-4850-AF9A-570B1A0E3F7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3848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+ Picture 2 full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ymbol zastępczy obrazu 8">
            <a:extLst>
              <a:ext uri="{FF2B5EF4-FFF2-40B4-BE49-F238E27FC236}">
                <a16:creationId xmlns:a16="http://schemas.microsoft.com/office/drawing/2014/main" id="{89B01C2E-6FE3-472D-B09D-E3CB9620D5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48400" y="2"/>
            <a:ext cx="5943600" cy="6857999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1278AF-FA92-4ACA-B57B-53A88BC56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136526"/>
            <a:ext cx="5248275" cy="8540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128C6-3C6B-45AD-AAE4-638323BE46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5325" y="1160466"/>
            <a:ext cx="5248275" cy="5082611"/>
          </a:xfrm>
        </p:spPr>
        <p:txBody>
          <a:bodyPr/>
          <a:lstStyle>
            <a:lvl1pPr>
              <a:buClrTx/>
              <a:defRPr lang="en-US" dirty="0"/>
            </a:lvl1pPr>
            <a:lvl2pPr>
              <a:buClrTx/>
              <a:defRPr lang="en-US" dirty="0"/>
            </a:lvl2pPr>
            <a:lvl3pPr>
              <a:buClrTx/>
              <a:defRPr lang="en-US" dirty="0"/>
            </a:lvl3pPr>
            <a:lvl4pPr>
              <a:buClrTx/>
              <a:defRPr lang="en-US" dirty="0"/>
            </a:lvl4pPr>
            <a:lvl5pPr>
              <a:buClrTx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39EDDC-3F91-4BD7-A1E6-721E0D268C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5325" y="6451284"/>
            <a:ext cx="1028700" cy="365125"/>
          </a:xfrm>
        </p:spPr>
        <p:txBody>
          <a:bodyPr/>
          <a:lstStyle/>
          <a:p>
            <a:fld id="{C3BDA32F-590A-4697-8F2D-A68EAF38203E}" type="datetime1">
              <a:rPr lang="en-US" smtClean="0"/>
              <a:t>3/6/26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5BB42C-B36A-4B3C-9240-A14997846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46581" y="6451284"/>
            <a:ext cx="409701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Prostokąt 12">
            <a:extLst>
              <a:ext uri="{FF2B5EF4-FFF2-40B4-BE49-F238E27FC236}">
                <a16:creationId xmlns:a16="http://schemas.microsoft.com/office/drawing/2014/main" id="{B57B1EA3-5E8A-4AE4-88E5-4DF2D34D984B}"/>
              </a:ext>
            </a:extLst>
          </p:cNvPr>
          <p:cNvSpPr/>
          <p:nvPr userDrawn="1"/>
        </p:nvSpPr>
        <p:spPr>
          <a:xfrm flipV="1">
            <a:off x="1" y="2"/>
            <a:ext cx="698500" cy="71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847435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+ Picture 3 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278AF-FA92-4ACA-B57B-53A88BC56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136526"/>
            <a:ext cx="7743825" cy="8540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128C6-3C6B-45AD-AAE4-638323BE46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5324" y="1160464"/>
            <a:ext cx="7343776" cy="5076824"/>
          </a:xfrm>
        </p:spPr>
        <p:txBody>
          <a:bodyPr/>
          <a:lstStyle>
            <a:lvl1pPr>
              <a:buClrTx/>
              <a:defRPr lang="en-US" dirty="0"/>
            </a:lvl1pPr>
            <a:lvl2pPr>
              <a:buClrTx/>
              <a:defRPr lang="en-US" dirty="0"/>
            </a:lvl2pPr>
            <a:lvl3pPr>
              <a:buClrTx/>
              <a:defRPr lang="en-US" dirty="0"/>
            </a:lvl3pPr>
            <a:lvl4pPr>
              <a:buClrTx/>
              <a:defRPr lang="en-US" dirty="0"/>
            </a:lvl4pPr>
            <a:lvl5pPr>
              <a:buClrTx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39EDDC-3F91-4BD7-A1E6-721E0D268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F1598-5EA3-4E97-ACD3-F83DF8477C4A}" type="datetime1">
              <a:rPr lang="en-US" smtClean="0"/>
              <a:t>3/6/26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5BB42C-B36A-4B3C-9240-A14997846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ymbol zastępczy obrazu 9">
            <a:extLst>
              <a:ext uri="{FF2B5EF4-FFF2-40B4-BE49-F238E27FC236}">
                <a16:creationId xmlns:a16="http://schemas.microsoft.com/office/drawing/2014/main" id="{3076DEC7-71B5-4809-B120-AF7D943DC4D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28346" y="0"/>
            <a:ext cx="4263655" cy="6858000"/>
          </a:xfrm>
          <a:custGeom>
            <a:avLst/>
            <a:gdLst>
              <a:gd name="connsiteX0" fmla="*/ 613793 w 4263654"/>
              <a:gd name="connsiteY0" fmla="*/ 0 h 6858000"/>
              <a:gd name="connsiteX1" fmla="*/ 4263654 w 4263654"/>
              <a:gd name="connsiteY1" fmla="*/ 0 h 6858000"/>
              <a:gd name="connsiteX2" fmla="*/ 4263654 w 4263654"/>
              <a:gd name="connsiteY2" fmla="*/ 6858000 h 6858000"/>
              <a:gd name="connsiteX3" fmla="*/ 0 w 4263654"/>
              <a:gd name="connsiteY3" fmla="*/ 6858000 h 6858000"/>
              <a:gd name="connsiteX4" fmla="*/ 1673766 w 4263654"/>
              <a:gd name="connsiteY4" fmla="*/ 230525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63654" h="6858000">
                <a:moveTo>
                  <a:pt x="613793" y="0"/>
                </a:moveTo>
                <a:lnTo>
                  <a:pt x="4263654" y="0"/>
                </a:lnTo>
                <a:lnTo>
                  <a:pt x="4263654" y="6858000"/>
                </a:lnTo>
                <a:lnTo>
                  <a:pt x="0" y="6858000"/>
                </a:lnTo>
                <a:lnTo>
                  <a:pt x="1673766" y="2305255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Prostokąt 12">
            <a:extLst>
              <a:ext uri="{FF2B5EF4-FFF2-40B4-BE49-F238E27FC236}">
                <a16:creationId xmlns:a16="http://schemas.microsoft.com/office/drawing/2014/main" id="{09AE355A-8170-441F-B5C1-A3CDDF075C27}"/>
              </a:ext>
            </a:extLst>
          </p:cNvPr>
          <p:cNvSpPr/>
          <p:nvPr userDrawn="1"/>
        </p:nvSpPr>
        <p:spPr>
          <a:xfrm flipV="1">
            <a:off x="1" y="2"/>
            <a:ext cx="698500" cy="71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1387453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+ Picture 4 diago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278AF-FA92-4ACA-B57B-53A88BC56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136526"/>
            <a:ext cx="7334251" cy="8540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128C6-3C6B-45AD-AAE4-638323BE46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5324" y="1160464"/>
            <a:ext cx="6505576" cy="5076824"/>
          </a:xfrm>
        </p:spPr>
        <p:txBody>
          <a:bodyPr/>
          <a:lstStyle>
            <a:lvl1pPr>
              <a:buClrTx/>
              <a:defRPr lang="en-US" dirty="0"/>
            </a:lvl1pPr>
            <a:lvl2pPr>
              <a:buClrTx/>
              <a:defRPr lang="en-US" dirty="0"/>
            </a:lvl2pPr>
            <a:lvl3pPr>
              <a:buClrTx/>
              <a:defRPr lang="en-US" dirty="0"/>
            </a:lvl3pPr>
            <a:lvl4pPr>
              <a:buClrTx/>
              <a:defRPr lang="en-US" dirty="0"/>
            </a:lvl4pPr>
            <a:lvl5pPr>
              <a:buClrTx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39EDDC-3F91-4BD7-A1E6-721E0D268C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8819" y="6451284"/>
            <a:ext cx="1028700" cy="365125"/>
          </a:xfrm>
        </p:spPr>
        <p:txBody>
          <a:bodyPr/>
          <a:lstStyle/>
          <a:p>
            <a:fld id="{7D745CFD-B34B-479A-81E1-67FE7247FD66}" type="datetime1">
              <a:rPr lang="en-US" smtClean="0"/>
              <a:t>3/6/26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5BB42C-B36A-4B3C-9240-A14997846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38022" y="6451284"/>
            <a:ext cx="52628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ymbol zastępczy obrazu 9">
            <a:extLst>
              <a:ext uri="{FF2B5EF4-FFF2-40B4-BE49-F238E27FC236}">
                <a16:creationId xmlns:a16="http://schemas.microsoft.com/office/drawing/2014/main" id="{F64544F9-1ACF-420E-A670-D0C16475B22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86065" y="0"/>
            <a:ext cx="4805937" cy="6858000"/>
          </a:xfrm>
          <a:custGeom>
            <a:avLst/>
            <a:gdLst>
              <a:gd name="connsiteX0" fmla="*/ 1110237 w 4805937"/>
              <a:gd name="connsiteY0" fmla="*/ 0 h 6858000"/>
              <a:gd name="connsiteX1" fmla="*/ 4805937 w 4805937"/>
              <a:gd name="connsiteY1" fmla="*/ 0 h 6858000"/>
              <a:gd name="connsiteX2" fmla="*/ 4805937 w 4805937"/>
              <a:gd name="connsiteY2" fmla="*/ 6858000 h 6858000"/>
              <a:gd name="connsiteX3" fmla="*/ 0 w 4805937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05937" h="6858000">
                <a:moveTo>
                  <a:pt x="1110237" y="0"/>
                </a:moveTo>
                <a:lnTo>
                  <a:pt x="4805937" y="0"/>
                </a:lnTo>
                <a:lnTo>
                  <a:pt x="480593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Prostokąt 12">
            <a:extLst>
              <a:ext uri="{FF2B5EF4-FFF2-40B4-BE49-F238E27FC236}">
                <a16:creationId xmlns:a16="http://schemas.microsoft.com/office/drawing/2014/main" id="{EC9FEA1B-3CA0-4D92-8412-0C0C85E65E56}"/>
              </a:ext>
            </a:extLst>
          </p:cNvPr>
          <p:cNvSpPr/>
          <p:nvPr userDrawn="1"/>
        </p:nvSpPr>
        <p:spPr>
          <a:xfrm flipV="1">
            <a:off x="1" y="2"/>
            <a:ext cx="698500" cy="71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2451403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+ Picture 5 half cir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ostokąt 3">
            <a:extLst>
              <a:ext uri="{FF2B5EF4-FFF2-40B4-BE49-F238E27FC236}">
                <a16:creationId xmlns:a16="http://schemas.microsoft.com/office/drawing/2014/main" id="{2D97B40D-404B-419D-B6C3-A1FD857BFC34}"/>
              </a:ext>
            </a:extLst>
          </p:cNvPr>
          <p:cNvSpPr/>
          <p:nvPr userDrawn="1"/>
        </p:nvSpPr>
        <p:spPr>
          <a:xfrm>
            <a:off x="10420351" y="6451282"/>
            <a:ext cx="1076325" cy="2701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ctr"/>
          <a:lstStyle/>
          <a:p>
            <a:pPr algn="ctr">
              <a:spcAft>
                <a:spcPts val="600"/>
              </a:spcAft>
            </a:pPr>
            <a:endParaRPr lang="en-US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1278AF-FA92-4ACA-B57B-53A88BC56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136526"/>
            <a:ext cx="8936355" cy="8540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128C6-3C6B-45AD-AAE4-638323BE46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5325" y="1160464"/>
            <a:ext cx="7635876" cy="5076824"/>
          </a:xfrm>
        </p:spPr>
        <p:txBody>
          <a:bodyPr/>
          <a:lstStyle>
            <a:lvl1pPr>
              <a:buClrTx/>
              <a:defRPr lang="en-US" dirty="0"/>
            </a:lvl1pPr>
            <a:lvl2pPr>
              <a:buClrTx/>
              <a:defRPr lang="en-US" dirty="0"/>
            </a:lvl2pPr>
            <a:lvl3pPr>
              <a:buClrTx/>
              <a:defRPr lang="en-US" dirty="0"/>
            </a:lvl3pPr>
            <a:lvl4pPr>
              <a:buClrTx/>
              <a:defRPr lang="en-US" dirty="0"/>
            </a:lvl4pPr>
            <a:lvl5pPr>
              <a:buClrTx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39EDDC-3F91-4BD7-A1E6-721E0D268C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5325" y="6451284"/>
            <a:ext cx="1028700" cy="365125"/>
          </a:xfrm>
        </p:spPr>
        <p:txBody>
          <a:bodyPr/>
          <a:lstStyle/>
          <a:p>
            <a:fld id="{AEA37BA4-C72F-4A27-9BC5-FD1279A76017}" type="datetime1">
              <a:rPr lang="en-US" smtClean="0"/>
              <a:t>3/6/26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5BB42C-B36A-4B3C-9240-A14997846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1051" y="6451284"/>
            <a:ext cx="55499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4" name="Dowolny kształt: kształt 13">
            <a:extLst>
              <a:ext uri="{FF2B5EF4-FFF2-40B4-BE49-F238E27FC236}">
                <a16:creationId xmlns:a16="http://schemas.microsoft.com/office/drawing/2014/main" id="{4F79F51F-5FD5-4FFA-934B-14EB3B6D0BA5}"/>
              </a:ext>
            </a:extLst>
          </p:cNvPr>
          <p:cNvSpPr/>
          <p:nvPr userDrawn="1"/>
        </p:nvSpPr>
        <p:spPr>
          <a:xfrm>
            <a:off x="8777707" y="-23321"/>
            <a:ext cx="3439279" cy="6881251"/>
          </a:xfrm>
          <a:custGeom>
            <a:avLst/>
            <a:gdLst>
              <a:gd name="connsiteX0" fmla="*/ 3439279 w 3439279"/>
              <a:gd name="connsiteY0" fmla="*/ 0 h 6881251"/>
              <a:gd name="connsiteX1" fmla="*/ 3439279 w 3439279"/>
              <a:gd name="connsiteY1" fmla="*/ 6881251 h 6881251"/>
              <a:gd name="connsiteX2" fmla="*/ 3088906 w 3439279"/>
              <a:gd name="connsiteY2" fmla="*/ 6863558 h 6881251"/>
              <a:gd name="connsiteX3" fmla="*/ 0 w 3439279"/>
              <a:gd name="connsiteY3" fmla="*/ 3440625 h 6881251"/>
              <a:gd name="connsiteX4" fmla="*/ 3088906 w 3439279"/>
              <a:gd name="connsiteY4" fmla="*/ 17692 h 6881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39279" h="6881251">
                <a:moveTo>
                  <a:pt x="3439279" y="0"/>
                </a:moveTo>
                <a:lnTo>
                  <a:pt x="3439279" y="6881251"/>
                </a:lnTo>
                <a:lnTo>
                  <a:pt x="3088906" y="6863558"/>
                </a:lnTo>
                <a:cubicBezTo>
                  <a:pt x="1353914" y="6687360"/>
                  <a:pt x="0" y="5222104"/>
                  <a:pt x="0" y="3440625"/>
                </a:cubicBezTo>
                <a:cubicBezTo>
                  <a:pt x="0" y="1659146"/>
                  <a:pt x="1353914" y="193890"/>
                  <a:pt x="3088906" y="17692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0" name="Symbol zastępczy obrazu 12">
            <a:extLst>
              <a:ext uri="{FF2B5EF4-FFF2-40B4-BE49-F238E27FC236}">
                <a16:creationId xmlns:a16="http://schemas.microsoft.com/office/drawing/2014/main" id="{83B91288-6A3D-4A0C-AD71-0ACA2706BFC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61003" y="171169"/>
            <a:ext cx="3255983" cy="6491929"/>
          </a:xfrm>
          <a:custGeom>
            <a:avLst/>
            <a:gdLst>
              <a:gd name="connsiteX0" fmla="*/ 5143500 w 5159374"/>
              <a:gd name="connsiteY0" fmla="*/ 0 h 10287000"/>
              <a:gd name="connsiteX1" fmla="*/ 5159374 w 5159374"/>
              <a:gd name="connsiteY1" fmla="*/ 402 h 10287000"/>
              <a:gd name="connsiteX2" fmla="*/ 5159374 w 5159374"/>
              <a:gd name="connsiteY2" fmla="*/ 10286599 h 10287000"/>
              <a:gd name="connsiteX3" fmla="*/ 5143500 w 5159374"/>
              <a:gd name="connsiteY3" fmla="*/ 10287000 h 10287000"/>
              <a:gd name="connsiteX4" fmla="*/ 0 w 5159374"/>
              <a:gd name="connsiteY4" fmla="*/ 5143500 h 10287000"/>
              <a:gd name="connsiteX5" fmla="*/ 5143500 w 5159374"/>
              <a:gd name="connsiteY5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59374" h="10287000">
                <a:moveTo>
                  <a:pt x="5143500" y="0"/>
                </a:moveTo>
                <a:lnTo>
                  <a:pt x="5159374" y="402"/>
                </a:lnTo>
                <a:lnTo>
                  <a:pt x="5159374" y="10286599"/>
                </a:lnTo>
                <a:lnTo>
                  <a:pt x="5143500" y="10287000"/>
                </a:lnTo>
                <a:cubicBezTo>
                  <a:pt x="2302823" y="10287000"/>
                  <a:pt x="0" y="7984177"/>
                  <a:pt x="0" y="5143500"/>
                </a:cubicBezTo>
                <a:cubicBezTo>
                  <a:pt x="0" y="2302823"/>
                  <a:pt x="2302823" y="0"/>
                  <a:pt x="514350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/>
          <a:p>
            <a:endParaRPr lang="pl-PL"/>
          </a:p>
        </p:txBody>
      </p:sp>
      <p:sp>
        <p:nvSpPr>
          <p:cNvPr id="11" name="Prostokąt 12">
            <a:extLst>
              <a:ext uri="{FF2B5EF4-FFF2-40B4-BE49-F238E27FC236}">
                <a16:creationId xmlns:a16="http://schemas.microsoft.com/office/drawing/2014/main" id="{490DE604-CCD2-4C54-AA82-5D0B7A675E52}"/>
              </a:ext>
            </a:extLst>
          </p:cNvPr>
          <p:cNvSpPr/>
          <p:nvPr userDrawn="1"/>
        </p:nvSpPr>
        <p:spPr>
          <a:xfrm flipV="1">
            <a:off x="1" y="2"/>
            <a:ext cx="698500" cy="71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714321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+ Picture 6 cir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stokąt 1">
            <a:extLst>
              <a:ext uri="{FF2B5EF4-FFF2-40B4-BE49-F238E27FC236}">
                <a16:creationId xmlns:a16="http://schemas.microsoft.com/office/drawing/2014/main" id="{34238633-4891-4214-8C4F-229CBED19D04}"/>
              </a:ext>
            </a:extLst>
          </p:cNvPr>
          <p:cNvSpPr/>
          <p:nvPr userDrawn="1"/>
        </p:nvSpPr>
        <p:spPr>
          <a:xfrm>
            <a:off x="11496674" y="-23393"/>
            <a:ext cx="695327" cy="688139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ctr"/>
          <a:lstStyle/>
          <a:p>
            <a:pPr algn="ctr">
              <a:spcAft>
                <a:spcPts val="600"/>
              </a:spcAft>
            </a:pPr>
            <a:endParaRPr lang="en-US" sz="1800" dirty="0"/>
          </a:p>
        </p:txBody>
      </p:sp>
      <p:sp>
        <p:nvSpPr>
          <p:cNvPr id="14" name="Dowolny kształt: kształt 13">
            <a:extLst>
              <a:ext uri="{FF2B5EF4-FFF2-40B4-BE49-F238E27FC236}">
                <a16:creationId xmlns:a16="http://schemas.microsoft.com/office/drawing/2014/main" id="{BE4A6381-EB2C-4D3E-A471-2C9B5F32D496}"/>
              </a:ext>
            </a:extLst>
          </p:cNvPr>
          <p:cNvSpPr/>
          <p:nvPr userDrawn="1"/>
        </p:nvSpPr>
        <p:spPr>
          <a:xfrm>
            <a:off x="7956690" y="-23394"/>
            <a:ext cx="4235311" cy="6881394"/>
          </a:xfrm>
          <a:custGeom>
            <a:avLst/>
            <a:gdLst>
              <a:gd name="connsiteX0" fmla="*/ 3440697 w 4235310"/>
              <a:gd name="connsiteY0" fmla="*/ 0 h 6881394"/>
              <a:gd name="connsiteX1" fmla="*/ 4134117 w 4235310"/>
              <a:gd name="connsiteY1" fmla="*/ 69903 h 6881394"/>
              <a:gd name="connsiteX2" fmla="*/ 4235310 w 4235310"/>
              <a:gd name="connsiteY2" fmla="*/ 93258 h 6881394"/>
              <a:gd name="connsiteX3" fmla="*/ 4235310 w 4235310"/>
              <a:gd name="connsiteY3" fmla="*/ 6788136 h 6881394"/>
              <a:gd name="connsiteX4" fmla="*/ 4134117 w 4235310"/>
              <a:gd name="connsiteY4" fmla="*/ 6811492 h 6881394"/>
              <a:gd name="connsiteX5" fmla="*/ 3440697 w 4235310"/>
              <a:gd name="connsiteY5" fmla="*/ 6881394 h 6881394"/>
              <a:gd name="connsiteX6" fmla="*/ 0 w 4235310"/>
              <a:gd name="connsiteY6" fmla="*/ 3440697 h 6881394"/>
              <a:gd name="connsiteX7" fmla="*/ 3440697 w 4235310"/>
              <a:gd name="connsiteY7" fmla="*/ 0 h 6881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35310" h="6881394">
                <a:moveTo>
                  <a:pt x="3440697" y="0"/>
                </a:moveTo>
                <a:cubicBezTo>
                  <a:pt x="3678228" y="0"/>
                  <a:pt x="3910136" y="24070"/>
                  <a:pt x="4134117" y="69903"/>
                </a:cubicBezTo>
                <a:lnTo>
                  <a:pt x="4235310" y="93258"/>
                </a:lnTo>
                <a:lnTo>
                  <a:pt x="4235310" y="6788136"/>
                </a:lnTo>
                <a:lnTo>
                  <a:pt x="4134117" y="6811492"/>
                </a:lnTo>
                <a:cubicBezTo>
                  <a:pt x="3910136" y="6857325"/>
                  <a:pt x="3678228" y="6881394"/>
                  <a:pt x="3440697" y="6881394"/>
                </a:cubicBezTo>
                <a:cubicBezTo>
                  <a:pt x="1540453" y="6881394"/>
                  <a:pt x="0" y="5340941"/>
                  <a:pt x="0" y="3440697"/>
                </a:cubicBezTo>
                <a:cubicBezTo>
                  <a:pt x="0" y="1540453"/>
                  <a:pt x="1540453" y="0"/>
                  <a:pt x="3440697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95323" y="6451284"/>
            <a:ext cx="1028700" cy="365125"/>
          </a:xfrm>
        </p:spPr>
        <p:txBody>
          <a:bodyPr/>
          <a:lstStyle/>
          <a:p>
            <a:fld id="{CFE65604-446E-4C5B-8E6A-D22F0272134F}" type="datetime1">
              <a:rPr lang="en-US" smtClean="0"/>
              <a:t>3/6/26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64906" y="6443666"/>
            <a:ext cx="5662191" cy="372742"/>
          </a:xfrm>
        </p:spPr>
        <p:txBody>
          <a:bodyPr/>
          <a:lstStyle/>
          <a:p>
            <a:endParaRPr lang="pl-PL"/>
          </a:p>
        </p:txBody>
      </p:sp>
      <p:sp>
        <p:nvSpPr>
          <p:cNvPr id="12" name="Dowolny kształt: kształt 11">
            <a:extLst>
              <a:ext uri="{FF2B5EF4-FFF2-40B4-BE49-F238E27FC236}">
                <a16:creationId xmlns:a16="http://schemas.microsoft.com/office/drawing/2014/main" id="{65B661E0-7D24-4E9D-8653-8578D659A12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153402" y="172991"/>
            <a:ext cx="4038599" cy="6488624"/>
          </a:xfrm>
          <a:custGeom>
            <a:avLst/>
            <a:gdLst>
              <a:gd name="connsiteX0" fmla="*/ 3244312 w 4038599"/>
              <a:gd name="connsiteY0" fmla="*/ 0 h 6488624"/>
              <a:gd name="connsiteX1" fmla="*/ 3246790 w 4038599"/>
              <a:gd name="connsiteY1" fmla="*/ 63 h 6488624"/>
              <a:gd name="connsiteX2" fmla="*/ 3246790 w 4038599"/>
              <a:gd name="connsiteY2" fmla="*/ 0 h 6488624"/>
              <a:gd name="connsiteX3" fmla="*/ 4038599 w 4038599"/>
              <a:gd name="connsiteY3" fmla="*/ 0 h 6488624"/>
              <a:gd name="connsiteX4" fmla="*/ 4038599 w 4038599"/>
              <a:gd name="connsiteY4" fmla="*/ 6488624 h 6488624"/>
              <a:gd name="connsiteX5" fmla="*/ 3246790 w 4038599"/>
              <a:gd name="connsiteY5" fmla="*/ 6488624 h 6488624"/>
              <a:gd name="connsiteX6" fmla="*/ 3246790 w 4038599"/>
              <a:gd name="connsiteY6" fmla="*/ 6488562 h 6488624"/>
              <a:gd name="connsiteX7" fmla="*/ 3244312 w 4038599"/>
              <a:gd name="connsiteY7" fmla="*/ 6488624 h 6488624"/>
              <a:gd name="connsiteX8" fmla="*/ 0 w 4038599"/>
              <a:gd name="connsiteY8" fmla="*/ 3244312 h 6488624"/>
              <a:gd name="connsiteX9" fmla="*/ 3244312 w 4038599"/>
              <a:gd name="connsiteY9" fmla="*/ 0 h 6488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8599" h="6488624">
                <a:moveTo>
                  <a:pt x="3244312" y="0"/>
                </a:moveTo>
                <a:lnTo>
                  <a:pt x="3246790" y="63"/>
                </a:lnTo>
                <a:lnTo>
                  <a:pt x="3246790" y="0"/>
                </a:lnTo>
                <a:lnTo>
                  <a:pt x="4038599" y="0"/>
                </a:lnTo>
                <a:lnTo>
                  <a:pt x="4038599" y="6488624"/>
                </a:lnTo>
                <a:lnTo>
                  <a:pt x="3246790" y="6488624"/>
                </a:lnTo>
                <a:lnTo>
                  <a:pt x="3246790" y="6488562"/>
                </a:lnTo>
                <a:lnTo>
                  <a:pt x="3244312" y="6488624"/>
                </a:lnTo>
                <a:cubicBezTo>
                  <a:pt x="1452528" y="6488624"/>
                  <a:pt x="0" y="5036097"/>
                  <a:pt x="0" y="3244312"/>
                </a:cubicBezTo>
                <a:cubicBezTo>
                  <a:pt x="0" y="1452528"/>
                  <a:pt x="1452528" y="0"/>
                  <a:pt x="3244312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043027D-8DC8-4A14-96B7-3E8DA0C0FF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5325" y="1160464"/>
            <a:ext cx="6881393" cy="5076824"/>
          </a:xfrm>
        </p:spPr>
        <p:txBody>
          <a:bodyPr/>
          <a:lstStyle>
            <a:lvl1pPr>
              <a:buClrTx/>
              <a:defRPr lang="en-US" dirty="0"/>
            </a:lvl1pPr>
            <a:lvl2pPr>
              <a:buClrTx/>
              <a:defRPr lang="en-US" dirty="0"/>
            </a:lvl2pPr>
            <a:lvl3pPr>
              <a:buClrTx/>
              <a:defRPr lang="en-US" dirty="0"/>
            </a:lvl3pPr>
            <a:lvl4pPr>
              <a:buClrTx/>
              <a:defRPr lang="en-US" dirty="0"/>
            </a:lvl4pPr>
            <a:lvl5pPr>
              <a:buClrTx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rostokąt 12">
            <a:extLst>
              <a:ext uri="{FF2B5EF4-FFF2-40B4-BE49-F238E27FC236}">
                <a16:creationId xmlns:a16="http://schemas.microsoft.com/office/drawing/2014/main" id="{DE75FBDF-0677-49B0-BED3-8FE789B5D91F}"/>
              </a:ext>
            </a:extLst>
          </p:cNvPr>
          <p:cNvSpPr/>
          <p:nvPr userDrawn="1"/>
        </p:nvSpPr>
        <p:spPr>
          <a:xfrm flipV="1">
            <a:off x="1" y="2"/>
            <a:ext cx="698500" cy="71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A669A67-5D47-474A-8512-94A0A2D1B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136526"/>
            <a:ext cx="8357235" cy="8540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707811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+ Picture 7 logo do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39EDDC-3F91-4BD7-A1E6-721E0D268C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5325" y="6451284"/>
            <a:ext cx="1028700" cy="365125"/>
          </a:xfrm>
        </p:spPr>
        <p:txBody>
          <a:bodyPr/>
          <a:lstStyle/>
          <a:p>
            <a:fld id="{4F83FD69-A134-4906-BD8F-4FBC2E34E36B}" type="datetime1">
              <a:rPr lang="en-US" smtClean="0"/>
              <a:t>3/6/26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5BB42C-B36A-4B3C-9240-A14997846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1051" y="6451284"/>
            <a:ext cx="55499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3FA55C-0CA7-43A2-A1EB-8C2A04828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67747-A1D0-4850-AF9A-570B1A0E3F7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rostokąt 12">
            <a:extLst>
              <a:ext uri="{FF2B5EF4-FFF2-40B4-BE49-F238E27FC236}">
                <a16:creationId xmlns:a16="http://schemas.microsoft.com/office/drawing/2014/main" id="{2DA64B61-8F71-4A81-805C-718744F63393}"/>
              </a:ext>
            </a:extLst>
          </p:cNvPr>
          <p:cNvSpPr/>
          <p:nvPr userDrawn="1"/>
        </p:nvSpPr>
        <p:spPr>
          <a:xfrm flipV="1">
            <a:off x="1" y="2"/>
            <a:ext cx="698500" cy="71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5947715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+ Picture 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ymbol zastępczy obrazu 8">
            <a:extLst>
              <a:ext uri="{FF2B5EF4-FFF2-40B4-BE49-F238E27FC236}">
                <a16:creationId xmlns:a16="http://schemas.microsoft.com/office/drawing/2014/main" id="{89B01C2E-6FE3-472D-B09D-E3CB9620D5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"/>
            <a:ext cx="12192000" cy="6857999"/>
          </a:xfrm>
          <a:solidFill>
            <a:schemeClr val="bg2"/>
          </a:solidFill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1278AF-FA92-4ACA-B57B-53A88BC56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4317999"/>
            <a:ext cx="10801351" cy="1101726"/>
          </a:xfrm>
        </p:spPr>
        <p:txBody>
          <a:bodyPr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39EDDC-3F91-4BD7-A1E6-721E0D268C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5325" y="6451284"/>
            <a:ext cx="1028700" cy="365125"/>
          </a:xfrm>
        </p:spPr>
        <p:txBody>
          <a:bodyPr/>
          <a:lstStyle/>
          <a:p>
            <a:fld id="{CC474F0B-8000-427F-8495-35BE1F18D2E6}" type="datetime1">
              <a:rPr lang="en-US" smtClean="0"/>
              <a:t>3/6/26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5BB42C-B36A-4B3C-9240-A14997846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46581" y="6451284"/>
            <a:ext cx="4097019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517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3740B-1FE8-460A-BF8B-B2C0646E3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1CD1B0-5B04-428F-A510-999F8F97F7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5326" y="6451284"/>
            <a:ext cx="1028700" cy="365125"/>
          </a:xfrm>
        </p:spPr>
        <p:txBody>
          <a:bodyPr/>
          <a:lstStyle/>
          <a:p>
            <a:fld id="{FBF538EA-53CD-44AF-AD56-3A7BEBF6D5E8}" type="datetime1">
              <a:rPr lang="en-US" smtClean="0"/>
              <a:t>3/6/26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45C52D-A18C-468D-9F9F-52CB01EBF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1051" y="6451284"/>
            <a:ext cx="55499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9EE720-FB16-4D5A-A6F4-B4DA281D4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67747-A1D0-4850-AF9A-570B1A0E3F7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Prostokąt 12">
            <a:extLst>
              <a:ext uri="{FF2B5EF4-FFF2-40B4-BE49-F238E27FC236}">
                <a16:creationId xmlns:a16="http://schemas.microsoft.com/office/drawing/2014/main" id="{60CF989E-ECD8-4E8D-A17B-CA31FDB35C63}"/>
              </a:ext>
            </a:extLst>
          </p:cNvPr>
          <p:cNvSpPr/>
          <p:nvPr userDrawn="1"/>
        </p:nvSpPr>
        <p:spPr>
          <a:xfrm flipV="1">
            <a:off x="1" y="2"/>
            <a:ext cx="698500" cy="71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1384910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1ACBF1-F253-435F-AB66-C72017BA7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F3E90-C67B-41C3-BD86-9C10C4AD1709}" type="datetime1">
              <a:rPr lang="en-US" smtClean="0"/>
              <a:t>3/6/26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81B0DA-8C7F-4DBA-8FAD-D99D3B23A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E6EE2A-39AC-46CB-9C30-2E0D1F9E3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67747-A1D0-4850-AF9A-570B1A0E3F7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544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6D510E-70C3-4CA0-8FB3-35B9F8FB7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136526"/>
            <a:ext cx="10801351" cy="8540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1AEAF0-3551-4CF0-83FD-BDBC6868DC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26" y="1169986"/>
            <a:ext cx="10801351" cy="50673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4F70B-CD42-42EF-9CFB-60D4515EE6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16299" y="6451284"/>
            <a:ext cx="1028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9B0009-118B-4ADF-BBC9-A724267EBA81}" type="datetime1">
              <a:rPr lang="en-US" smtClean="0"/>
              <a:t>3/6/26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9E0618-E4EA-434F-9567-48D806CD21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35502" y="6451284"/>
            <a:ext cx="5549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A6A855-F268-4B0B-8CFA-8F46E47BE1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6674" y="6418264"/>
            <a:ext cx="6953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A67747-A1D0-4850-AF9A-570B1A0E3F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rostokąt 10">
            <a:extLst>
              <a:ext uri="{FF2B5EF4-FFF2-40B4-BE49-F238E27FC236}">
                <a16:creationId xmlns:a16="http://schemas.microsoft.com/office/drawing/2014/main" id="{E92C2E7A-9541-4080-9F7A-CF5ECA33B216}"/>
              </a:ext>
            </a:extLst>
          </p:cNvPr>
          <p:cNvSpPr/>
          <p:nvPr userDrawn="1"/>
        </p:nvSpPr>
        <p:spPr>
          <a:xfrm>
            <a:off x="695325" y="6783389"/>
            <a:ext cx="10801351" cy="7461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8" name="Prostokąt 11">
            <a:extLst>
              <a:ext uri="{FF2B5EF4-FFF2-40B4-BE49-F238E27FC236}">
                <a16:creationId xmlns:a16="http://schemas.microsoft.com/office/drawing/2014/main" id="{B4F88A70-42C6-4BA9-AB8B-1A949324D8D6}"/>
              </a:ext>
            </a:extLst>
          </p:cNvPr>
          <p:cNvSpPr/>
          <p:nvPr userDrawn="1"/>
        </p:nvSpPr>
        <p:spPr>
          <a:xfrm flipV="1">
            <a:off x="11496675" y="6786003"/>
            <a:ext cx="698500" cy="71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9" name="Prostokąt 12">
            <a:extLst>
              <a:ext uri="{FF2B5EF4-FFF2-40B4-BE49-F238E27FC236}">
                <a16:creationId xmlns:a16="http://schemas.microsoft.com/office/drawing/2014/main" id="{ABD1F55F-1D34-4B2D-BEF1-44298498F36A}"/>
              </a:ext>
            </a:extLst>
          </p:cNvPr>
          <p:cNvSpPr/>
          <p:nvPr userDrawn="1"/>
        </p:nvSpPr>
        <p:spPr>
          <a:xfrm flipV="1">
            <a:off x="1" y="2"/>
            <a:ext cx="698500" cy="71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6" name="Grafika 4">
            <a:extLst>
              <a:ext uri="{FF2B5EF4-FFF2-40B4-BE49-F238E27FC236}">
                <a16:creationId xmlns:a16="http://schemas.microsoft.com/office/drawing/2014/main" id="{44B877E8-336D-4FDC-AA0B-F8FCC98739CE}"/>
              </a:ext>
            </a:extLst>
          </p:cNvPr>
          <p:cNvSpPr/>
          <p:nvPr userDrawn="1"/>
        </p:nvSpPr>
        <p:spPr>
          <a:xfrm>
            <a:off x="695325" y="6316949"/>
            <a:ext cx="586699" cy="389923"/>
          </a:xfrm>
          <a:custGeom>
            <a:avLst/>
            <a:gdLst>
              <a:gd name="connsiteX0" fmla="*/ 3715 w 1480470"/>
              <a:gd name="connsiteY0" fmla="*/ 983930 h 983929"/>
              <a:gd name="connsiteX1" fmla="*/ 70485 w 1480470"/>
              <a:gd name="connsiteY1" fmla="*/ 983930 h 983929"/>
              <a:gd name="connsiteX2" fmla="*/ 88011 w 1480470"/>
              <a:gd name="connsiteY2" fmla="*/ 949449 h 983929"/>
              <a:gd name="connsiteX3" fmla="*/ 209169 w 1480470"/>
              <a:gd name="connsiteY3" fmla="*/ 949449 h 983929"/>
              <a:gd name="connsiteX4" fmla="*/ 227743 w 1480470"/>
              <a:gd name="connsiteY4" fmla="*/ 983930 h 983929"/>
              <a:gd name="connsiteX5" fmla="*/ 294227 w 1480470"/>
              <a:gd name="connsiteY5" fmla="*/ 983930 h 983929"/>
              <a:gd name="connsiteX6" fmla="*/ 187166 w 1480470"/>
              <a:gd name="connsiteY6" fmla="*/ 788953 h 983929"/>
              <a:gd name="connsiteX7" fmla="*/ 109347 w 1480470"/>
              <a:gd name="connsiteY7" fmla="*/ 788953 h 983929"/>
              <a:gd name="connsiteX8" fmla="*/ 3715 w 1480470"/>
              <a:gd name="connsiteY8" fmla="*/ 983930 h 983929"/>
              <a:gd name="connsiteX9" fmla="*/ 148114 w 1480470"/>
              <a:gd name="connsiteY9" fmla="*/ 834197 h 983929"/>
              <a:gd name="connsiteX10" fmla="*/ 186880 w 1480470"/>
              <a:gd name="connsiteY10" fmla="*/ 907444 h 983929"/>
              <a:gd name="connsiteX11" fmla="*/ 110395 w 1480470"/>
              <a:gd name="connsiteY11" fmla="*/ 907444 h 983929"/>
              <a:gd name="connsiteX12" fmla="*/ 148114 w 1480470"/>
              <a:gd name="connsiteY12" fmla="*/ 834197 h 983929"/>
              <a:gd name="connsiteX13" fmla="*/ 421672 w 1480470"/>
              <a:gd name="connsiteY13" fmla="*/ 983930 h 983929"/>
              <a:gd name="connsiteX14" fmla="*/ 481489 w 1480470"/>
              <a:gd name="connsiteY14" fmla="*/ 983930 h 983929"/>
              <a:gd name="connsiteX15" fmla="*/ 481489 w 1480470"/>
              <a:gd name="connsiteY15" fmla="*/ 934876 h 983929"/>
              <a:gd name="connsiteX16" fmla="*/ 600265 w 1480470"/>
              <a:gd name="connsiteY16" fmla="*/ 934876 h 983929"/>
              <a:gd name="connsiteX17" fmla="*/ 655225 w 1480470"/>
              <a:gd name="connsiteY17" fmla="*/ 872392 h 983929"/>
              <a:gd name="connsiteX18" fmla="*/ 655225 w 1480470"/>
              <a:gd name="connsiteY18" fmla="*/ 855723 h 983929"/>
              <a:gd name="connsiteX19" fmla="*/ 584644 w 1480470"/>
              <a:gd name="connsiteY19" fmla="*/ 788953 h 983929"/>
              <a:gd name="connsiteX20" fmla="*/ 421672 w 1480470"/>
              <a:gd name="connsiteY20" fmla="*/ 788953 h 983929"/>
              <a:gd name="connsiteX21" fmla="*/ 421672 w 1480470"/>
              <a:gd name="connsiteY21" fmla="*/ 983930 h 983929"/>
              <a:gd name="connsiteX22" fmla="*/ 481393 w 1480470"/>
              <a:gd name="connsiteY22" fmla="*/ 837435 h 983929"/>
              <a:gd name="connsiteX23" fmla="*/ 569214 w 1480470"/>
              <a:gd name="connsiteY23" fmla="*/ 837435 h 983929"/>
              <a:gd name="connsiteX24" fmla="*/ 593693 w 1480470"/>
              <a:gd name="connsiteY24" fmla="*/ 858200 h 983929"/>
              <a:gd name="connsiteX25" fmla="*/ 593693 w 1480470"/>
              <a:gd name="connsiteY25" fmla="*/ 865725 h 983929"/>
              <a:gd name="connsiteX26" fmla="*/ 574262 w 1480470"/>
              <a:gd name="connsiteY26" fmla="*/ 886489 h 983929"/>
              <a:gd name="connsiteX27" fmla="*/ 481393 w 1480470"/>
              <a:gd name="connsiteY27" fmla="*/ 886489 h 983929"/>
              <a:gd name="connsiteX28" fmla="*/ 481393 w 1480470"/>
              <a:gd name="connsiteY28" fmla="*/ 837435 h 983929"/>
              <a:gd name="connsiteX29" fmla="*/ 793432 w 1480470"/>
              <a:gd name="connsiteY29" fmla="*/ 983930 h 983929"/>
              <a:gd name="connsiteX30" fmla="*/ 853249 w 1480470"/>
              <a:gd name="connsiteY30" fmla="*/ 983930 h 983929"/>
              <a:gd name="connsiteX31" fmla="*/ 853249 w 1480470"/>
              <a:gd name="connsiteY31" fmla="*/ 910111 h 983929"/>
              <a:gd name="connsiteX32" fmla="*/ 979265 w 1480470"/>
              <a:gd name="connsiteY32" fmla="*/ 910111 h 983929"/>
              <a:gd name="connsiteX33" fmla="*/ 979265 w 1480470"/>
              <a:gd name="connsiteY33" fmla="*/ 983930 h 983929"/>
              <a:gd name="connsiteX34" fmla="*/ 1039082 w 1480470"/>
              <a:gd name="connsiteY34" fmla="*/ 983930 h 983929"/>
              <a:gd name="connsiteX35" fmla="*/ 1039082 w 1480470"/>
              <a:gd name="connsiteY35" fmla="*/ 788953 h 983929"/>
              <a:gd name="connsiteX36" fmla="*/ 979265 w 1480470"/>
              <a:gd name="connsiteY36" fmla="*/ 788953 h 983929"/>
              <a:gd name="connsiteX37" fmla="*/ 979265 w 1480470"/>
              <a:gd name="connsiteY37" fmla="*/ 858486 h 983929"/>
              <a:gd name="connsiteX38" fmla="*/ 853249 w 1480470"/>
              <a:gd name="connsiteY38" fmla="*/ 858486 h 983929"/>
              <a:gd name="connsiteX39" fmla="*/ 853249 w 1480470"/>
              <a:gd name="connsiteY39" fmla="*/ 788953 h 983929"/>
              <a:gd name="connsiteX40" fmla="*/ 793432 w 1480470"/>
              <a:gd name="connsiteY40" fmla="*/ 788953 h 983929"/>
              <a:gd name="connsiteX41" fmla="*/ 793432 w 1480470"/>
              <a:gd name="connsiteY41" fmla="*/ 983930 h 983929"/>
              <a:gd name="connsiteX42" fmla="*/ 1185386 w 1480470"/>
              <a:gd name="connsiteY42" fmla="*/ 983930 h 983929"/>
              <a:gd name="connsiteX43" fmla="*/ 1379601 w 1480470"/>
              <a:gd name="connsiteY43" fmla="*/ 983930 h 983929"/>
              <a:gd name="connsiteX44" fmla="*/ 1379601 w 1480470"/>
              <a:gd name="connsiteY44" fmla="*/ 933828 h 983929"/>
              <a:gd name="connsiteX45" fmla="*/ 1245203 w 1480470"/>
              <a:gd name="connsiteY45" fmla="*/ 933828 h 983929"/>
              <a:gd name="connsiteX46" fmla="*/ 1245203 w 1480470"/>
              <a:gd name="connsiteY46" fmla="*/ 788953 h 983929"/>
              <a:gd name="connsiteX47" fmla="*/ 1185386 w 1480470"/>
              <a:gd name="connsiteY47" fmla="*/ 788953 h 983929"/>
              <a:gd name="connsiteX48" fmla="*/ 1185386 w 1480470"/>
              <a:gd name="connsiteY48" fmla="*/ 983930 h 983929"/>
              <a:gd name="connsiteX49" fmla="*/ 682752 w 1480470"/>
              <a:gd name="connsiteY49" fmla="*/ 354804 h 983929"/>
              <a:gd name="connsiteX50" fmla="*/ 776383 w 1480470"/>
              <a:gd name="connsiteY50" fmla="*/ 368329 h 983929"/>
              <a:gd name="connsiteX51" fmla="*/ 690658 w 1480470"/>
              <a:gd name="connsiteY51" fmla="*/ 277651 h 983929"/>
              <a:gd name="connsiteX52" fmla="*/ 597217 w 1480470"/>
              <a:gd name="connsiteY52" fmla="*/ 262030 h 983929"/>
              <a:gd name="connsiteX53" fmla="*/ 682752 w 1480470"/>
              <a:gd name="connsiteY53" fmla="*/ 354804 h 983929"/>
              <a:gd name="connsiteX54" fmla="*/ 434911 w 1480470"/>
              <a:gd name="connsiteY54" fmla="*/ 320990 h 983929"/>
              <a:gd name="connsiteX55" fmla="*/ 542258 w 1480470"/>
              <a:gd name="connsiteY55" fmla="*/ 336420 h 983929"/>
              <a:gd name="connsiteX56" fmla="*/ 457390 w 1480470"/>
              <a:gd name="connsiteY56" fmla="*/ 240408 h 983929"/>
              <a:gd name="connsiteX57" fmla="*/ 350710 w 1480470"/>
              <a:gd name="connsiteY57" fmla="*/ 222692 h 983929"/>
              <a:gd name="connsiteX58" fmla="*/ 434911 w 1480470"/>
              <a:gd name="connsiteY58" fmla="*/ 320990 h 983929"/>
              <a:gd name="connsiteX59" fmla="*/ 671798 w 1480470"/>
              <a:gd name="connsiteY59" fmla="*/ 461674 h 983929"/>
              <a:gd name="connsiteX60" fmla="*/ 772477 w 1480470"/>
              <a:gd name="connsiteY60" fmla="*/ 473104 h 983929"/>
              <a:gd name="connsiteX61" fmla="*/ 680942 w 1480470"/>
              <a:gd name="connsiteY61" fmla="*/ 373187 h 983929"/>
              <a:gd name="connsiteX62" fmla="*/ 580644 w 1480470"/>
              <a:gd name="connsiteY62" fmla="*/ 359280 h 983929"/>
              <a:gd name="connsiteX63" fmla="*/ 671798 w 1480470"/>
              <a:gd name="connsiteY63" fmla="*/ 461674 h 983929"/>
              <a:gd name="connsiteX64" fmla="*/ 148304 w 1480470"/>
              <a:gd name="connsiteY64" fmla="*/ 281842 h 983929"/>
              <a:gd name="connsiteX65" fmla="*/ 272605 w 1480470"/>
              <a:gd name="connsiteY65" fmla="*/ 299654 h 983929"/>
              <a:gd name="connsiteX66" fmla="*/ 189738 w 1480470"/>
              <a:gd name="connsiteY66" fmla="*/ 197736 h 983929"/>
              <a:gd name="connsiteX67" fmla="*/ 66770 w 1480470"/>
              <a:gd name="connsiteY67" fmla="*/ 177353 h 983929"/>
              <a:gd name="connsiteX68" fmla="*/ 148304 w 1480470"/>
              <a:gd name="connsiteY68" fmla="*/ 281842 h 983929"/>
              <a:gd name="connsiteX69" fmla="*/ 403479 w 1480470"/>
              <a:gd name="connsiteY69" fmla="*/ 433480 h 983929"/>
              <a:gd name="connsiteX70" fmla="*/ 520065 w 1480470"/>
              <a:gd name="connsiteY70" fmla="*/ 446625 h 983929"/>
              <a:gd name="connsiteX71" fmla="*/ 429577 w 1480470"/>
              <a:gd name="connsiteY71" fmla="*/ 340135 h 983929"/>
              <a:gd name="connsiteX72" fmla="*/ 313944 w 1480470"/>
              <a:gd name="connsiteY72" fmla="*/ 324133 h 983929"/>
              <a:gd name="connsiteX73" fmla="*/ 403479 w 1480470"/>
              <a:gd name="connsiteY73" fmla="*/ 433480 h 983929"/>
              <a:gd name="connsiteX74" fmla="*/ 658939 w 1480470"/>
              <a:gd name="connsiteY74" fmla="*/ 585404 h 983929"/>
              <a:gd name="connsiteX75" fmla="*/ 767619 w 1480470"/>
              <a:gd name="connsiteY75" fmla="*/ 593881 h 983929"/>
              <a:gd name="connsiteX76" fmla="*/ 669512 w 1480470"/>
              <a:gd name="connsiteY76" fmla="*/ 482820 h 983929"/>
              <a:gd name="connsiteX77" fmla="*/ 561213 w 1480470"/>
              <a:gd name="connsiteY77" fmla="*/ 471199 h 983929"/>
              <a:gd name="connsiteX78" fmla="*/ 658939 w 1480470"/>
              <a:gd name="connsiteY78" fmla="*/ 585404 h 983929"/>
              <a:gd name="connsiteX79" fmla="*/ 89725 w 1480470"/>
              <a:gd name="connsiteY79" fmla="*/ 400619 h 983929"/>
              <a:gd name="connsiteX80" fmla="*/ 226314 w 1480470"/>
              <a:gd name="connsiteY80" fmla="*/ 415954 h 983929"/>
              <a:gd name="connsiteX81" fmla="*/ 138398 w 1480470"/>
              <a:gd name="connsiteY81" fmla="*/ 302035 h 983929"/>
              <a:gd name="connsiteX82" fmla="*/ 3524 w 1480470"/>
              <a:gd name="connsiteY82" fmla="*/ 283461 h 983929"/>
              <a:gd name="connsiteX83" fmla="*/ 89725 w 1480470"/>
              <a:gd name="connsiteY83" fmla="*/ 400619 h 983929"/>
              <a:gd name="connsiteX84" fmla="*/ 366617 w 1480470"/>
              <a:gd name="connsiteY84" fmla="*/ 565306 h 983929"/>
              <a:gd name="connsiteX85" fmla="*/ 494062 w 1480470"/>
              <a:gd name="connsiteY85" fmla="*/ 575117 h 983929"/>
              <a:gd name="connsiteX86" fmla="*/ 397192 w 1480470"/>
              <a:gd name="connsiteY86" fmla="*/ 455864 h 983929"/>
              <a:gd name="connsiteX87" fmla="*/ 270891 w 1480470"/>
              <a:gd name="connsiteY87" fmla="*/ 442434 h 983929"/>
              <a:gd name="connsiteX88" fmla="*/ 366617 w 1480470"/>
              <a:gd name="connsiteY88" fmla="*/ 565306 h 983929"/>
              <a:gd name="connsiteX89" fmla="*/ 643985 w 1480470"/>
              <a:gd name="connsiteY89" fmla="*/ 730374 h 983929"/>
              <a:gd name="connsiteX90" fmla="*/ 762190 w 1480470"/>
              <a:gd name="connsiteY90" fmla="*/ 734661 h 983929"/>
              <a:gd name="connsiteX91" fmla="*/ 656368 w 1480470"/>
              <a:gd name="connsiteY91" fmla="*/ 610074 h 983929"/>
              <a:gd name="connsiteX92" fmla="*/ 538639 w 1480470"/>
              <a:gd name="connsiteY92" fmla="*/ 601787 h 983929"/>
              <a:gd name="connsiteX93" fmla="*/ 643985 w 1480470"/>
              <a:gd name="connsiteY93" fmla="*/ 730374 h 983929"/>
              <a:gd name="connsiteX94" fmla="*/ 251746 w 1480470"/>
              <a:gd name="connsiteY94" fmla="*/ 93438 h 983929"/>
              <a:gd name="connsiteX95" fmla="*/ 357092 w 1480470"/>
              <a:gd name="connsiteY95" fmla="*/ 113916 h 983929"/>
              <a:gd name="connsiteX96" fmla="*/ 282892 w 1480470"/>
              <a:gd name="connsiteY96" fmla="*/ 30096 h 983929"/>
              <a:gd name="connsiteX97" fmla="*/ 178403 w 1480470"/>
              <a:gd name="connsiteY97" fmla="*/ 7903 h 983929"/>
              <a:gd name="connsiteX98" fmla="*/ 251746 w 1480470"/>
              <a:gd name="connsiteY98" fmla="*/ 93438 h 983929"/>
              <a:gd name="connsiteX99" fmla="*/ 472249 w 1480470"/>
              <a:gd name="connsiteY99" fmla="*/ 224311 h 983929"/>
              <a:gd name="connsiteX100" fmla="*/ 571786 w 1480470"/>
              <a:gd name="connsiteY100" fmla="*/ 241361 h 983929"/>
              <a:gd name="connsiteX101" fmla="*/ 491871 w 1480470"/>
              <a:gd name="connsiteY101" fmla="*/ 154112 h 983929"/>
              <a:gd name="connsiteX102" fmla="*/ 392906 w 1480470"/>
              <a:gd name="connsiteY102" fmla="*/ 135252 h 983929"/>
              <a:gd name="connsiteX103" fmla="*/ 472249 w 1480470"/>
              <a:gd name="connsiteY103" fmla="*/ 224311 h 983929"/>
              <a:gd name="connsiteX104" fmla="*/ 208502 w 1480470"/>
              <a:gd name="connsiteY104" fmla="*/ 181068 h 983929"/>
              <a:gd name="connsiteX105" fmla="*/ 322612 w 1480470"/>
              <a:gd name="connsiteY105" fmla="*/ 200499 h 983929"/>
              <a:gd name="connsiteX106" fmla="*/ 244316 w 1480470"/>
              <a:gd name="connsiteY106" fmla="*/ 108487 h 983929"/>
              <a:gd name="connsiteX107" fmla="*/ 131350 w 1480470"/>
              <a:gd name="connsiteY107" fmla="*/ 86961 h 983929"/>
              <a:gd name="connsiteX108" fmla="*/ 208502 w 1480470"/>
              <a:gd name="connsiteY108" fmla="*/ 181068 h 983929"/>
              <a:gd name="connsiteX109" fmla="*/ 1384554 w 1480470"/>
              <a:gd name="connsiteY109" fmla="*/ 789334 h 983929"/>
              <a:gd name="connsiteX110" fmla="*/ 1424178 w 1480470"/>
              <a:gd name="connsiteY110" fmla="*/ 789334 h 983929"/>
              <a:gd name="connsiteX111" fmla="*/ 1424178 w 1480470"/>
              <a:gd name="connsiteY111" fmla="*/ 796764 h 983929"/>
              <a:gd name="connsiteX112" fmla="*/ 1408652 w 1480470"/>
              <a:gd name="connsiteY112" fmla="*/ 796764 h 983929"/>
              <a:gd name="connsiteX113" fmla="*/ 1408652 w 1480470"/>
              <a:gd name="connsiteY113" fmla="*/ 838293 h 983929"/>
              <a:gd name="connsiteX114" fmla="*/ 1400080 w 1480470"/>
              <a:gd name="connsiteY114" fmla="*/ 838293 h 983929"/>
              <a:gd name="connsiteX115" fmla="*/ 1400080 w 1480470"/>
              <a:gd name="connsiteY115" fmla="*/ 796764 h 983929"/>
              <a:gd name="connsiteX116" fmla="*/ 1384554 w 1480470"/>
              <a:gd name="connsiteY116" fmla="*/ 796764 h 983929"/>
              <a:gd name="connsiteX117" fmla="*/ 1384554 w 1480470"/>
              <a:gd name="connsiteY117" fmla="*/ 789334 h 983929"/>
              <a:gd name="connsiteX118" fmla="*/ 1429702 w 1480470"/>
              <a:gd name="connsiteY118" fmla="*/ 789334 h 983929"/>
              <a:gd name="connsiteX119" fmla="*/ 1441799 w 1480470"/>
              <a:gd name="connsiteY119" fmla="*/ 789334 h 983929"/>
              <a:gd name="connsiteX120" fmla="*/ 1455325 w 1480470"/>
              <a:gd name="connsiteY120" fmla="*/ 827625 h 983929"/>
              <a:gd name="connsiteX121" fmla="*/ 1455420 w 1480470"/>
              <a:gd name="connsiteY121" fmla="*/ 827625 h 983929"/>
              <a:gd name="connsiteX122" fmla="*/ 1468564 w 1480470"/>
              <a:gd name="connsiteY122" fmla="*/ 789334 h 983929"/>
              <a:gd name="connsiteX123" fmla="*/ 1480470 w 1480470"/>
              <a:gd name="connsiteY123" fmla="*/ 789334 h 983929"/>
              <a:gd name="connsiteX124" fmla="*/ 1480470 w 1480470"/>
              <a:gd name="connsiteY124" fmla="*/ 838293 h 983929"/>
              <a:gd name="connsiteX125" fmla="*/ 1472279 w 1480470"/>
              <a:gd name="connsiteY125" fmla="*/ 838293 h 983929"/>
              <a:gd name="connsiteX126" fmla="*/ 1472279 w 1480470"/>
              <a:gd name="connsiteY126" fmla="*/ 800478 h 983929"/>
              <a:gd name="connsiteX127" fmla="*/ 1472184 w 1480470"/>
              <a:gd name="connsiteY127" fmla="*/ 800478 h 983929"/>
              <a:gd name="connsiteX128" fmla="*/ 1458658 w 1480470"/>
              <a:gd name="connsiteY128" fmla="*/ 838293 h 983929"/>
              <a:gd name="connsiteX129" fmla="*/ 1451610 w 1480470"/>
              <a:gd name="connsiteY129" fmla="*/ 838293 h 983929"/>
              <a:gd name="connsiteX130" fmla="*/ 1437989 w 1480470"/>
              <a:gd name="connsiteY130" fmla="*/ 800478 h 983929"/>
              <a:gd name="connsiteX131" fmla="*/ 1437894 w 1480470"/>
              <a:gd name="connsiteY131" fmla="*/ 800478 h 983929"/>
              <a:gd name="connsiteX132" fmla="*/ 1437894 w 1480470"/>
              <a:gd name="connsiteY132" fmla="*/ 838293 h 983929"/>
              <a:gd name="connsiteX133" fmla="*/ 1429702 w 1480470"/>
              <a:gd name="connsiteY133" fmla="*/ 838293 h 983929"/>
              <a:gd name="connsiteX134" fmla="*/ 1429702 w 1480470"/>
              <a:gd name="connsiteY134" fmla="*/ 789334 h 983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</a:cxnLst>
            <a:rect l="l" t="t" r="r" b="b"/>
            <a:pathLst>
              <a:path w="1480470" h="983929">
                <a:moveTo>
                  <a:pt x="3715" y="983930"/>
                </a:moveTo>
                <a:lnTo>
                  <a:pt x="70485" y="983930"/>
                </a:lnTo>
                <a:lnTo>
                  <a:pt x="88011" y="949449"/>
                </a:lnTo>
                <a:lnTo>
                  <a:pt x="209169" y="949449"/>
                </a:lnTo>
                <a:lnTo>
                  <a:pt x="227743" y="983930"/>
                </a:lnTo>
                <a:lnTo>
                  <a:pt x="294227" y="983930"/>
                </a:lnTo>
                <a:lnTo>
                  <a:pt x="187166" y="788953"/>
                </a:lnTo>
                <a:lnTo>
                  <a:pt x="109347" y="788953"/>
                </a:lnTo>
                <a:lnTo>
                  <a:pt x="3715" y="983930"/>
                </a:lnTo>
                <a:close/>
                <a:moveTo>
                  <a:pt x="148114" y="834197"/>
                </a:moveTo>
                <a:lnTo>
                  <a:pt x="186880" y="907444"/>
                </a:lnTo>
                <a:lnTo>
                  <a:pt x="110395" y="907444"/>
                </a:lnTo>
                <a:lnTo>
                  <a:pt x="148114" y="834197"/>
                </a:lnTo>
                <a:close/>
                <a:moveTo>
                  <a:pt x="421672" y="983930"/>
                </a:moveTo>
                <a:lnTo>
                  <a:pt x="481489" y="983930"/>
                </a:lnTo>
                <a:lnTo>
                  <a:pt x="481489" y="934876"/>
                </a:lnTo>
                <a:lnTo>
                  <a:pt x="600265" y="934876"/>
                </a:lnTo>
                <a:cubicBezTo>
                  <a:pt x="642556" y="934876"/>
                  <a:pt x="655225" y="901443"/>
                  <a:pt x="655225" y="872392"/>
                </a:cubicBezTo>
                <a:lnTo>
                  <a:pt x="655225" y="855723"/>
                </a:lnTo>
                <a:cubicBezTo>
                  <a:pt x="655225" y="817433"/>
                  <a:pt x="641509" y="788953"/>
                  <a:pt x="584644" y="788953"/>
                </a:cubicBezTo>
                <a:lnTo>
                  <a:pt x="421672" y="788953"/>
                </a:lnTo>
                <a:lnTo>
                  <a:pt x="421672" y="983930"/>
                </a:lnTo>
                <a:close/>
                <a:moveTo>
                  <a:pt x="481393" y="837435"/>
                </a:moveTo>
                <a:lnTo>
                  <a:pt x="569214" y="837435"/>
                </a:lnTo>
                <a:cubicBezTo>
                  <a:pt x="587216" y="837435"/>
                  <a:pt x="593693" y="844960"/>
                  <a:pt x="593693" y="858200"/>
                </a:cubicBezTo>
                <a:lnTo>
                  <a:pt x="593693" y="865725"/>
                </a:lnTo>
                <a:cubicBezTo>
                  <a:pt x="593693" y="877345"/>
                  <a:pt x="588264" y="886489"/>
                  <a:pt x="574262" y="886489"/>
                </a:cubicBezTo>
                <a:lnTo>
                  <a:pt x="481393" y="886489"/>
                </a:lnTo>
                <a:lnTo>
                  <a:pt x="481393" y="837435"/>
                </a:lnTo>
                <a:close/>
                <a:moveTo>
                  <a:pt x="793432" y="983930"/>
                </a:moveTo>
                <a:lnTo>
                  <a:pt x="853249" y="983930"/>
                </a:lnTo>
                <a:lnTo>
                  <a:pt x="853249" y="910111"/>
                </a:lnTo>
                <a:lnTo>
                  <a:pt x="979265" y="910111"/>
                </a:lnTo>
                <a:lnTo>
                  <a:pt x="979265" y="983930"/>
                </a:lnTo>
                <a:lnTo>
                  <a:pt x="1039082" y="983930"/>
                </a:lnTo>
                <a:lnTo>
                  <a:pt x="1039082" y="788953"/>
                </a:lnTo>
                <a:lnTo>
                  <a:pt x="979265" y="788953"/>
                </a:lnTo>
                <a:lnTo>
                  <a:pt x="979265" y="858486"/>
                </a:lnTo>
                <a:lnTo>
                  <a:pt x="853249" y="858486"/>
                </a:lnTo>
                <a:lnTo>
                  <a:pt x="853249" y="788953"/>
                </a:lnTo>
                <a:lnTo>
                  <a:pt x="793432" y="788953"/>
                </a:lnTo>
                <a:lnTo>
                  <a:pt x="793432" y="983930"/>
                </a:lnTo>
                <a:close/>
                <a:moveTo>
                  <a:pt x="1185386" y="983930"/>
                </a:moveTo>
                <a:lnTo>
                  <a:pt x="1379601" y="983930"/>
                </a:lnTo>
                <a:lnTo>
                  <a:pt x="1379601" y="933828"/>
                </a:lnTo>
                <a:lnTo>
                  <a:pt x="1245203" y="933828"/>
                </a:lnTo>
                <a:lnTo>
                  <a:pt x="1245203" y="788953"/>
                </a:lnTo>
                <a:lnTo>
                  <a:pt x="1185386" y="788953"/>
                </a:lnTo>
                <a:lnTo>
                  <a:pt x="1185386" y="983930"/>
                </a:lnTo>
                <a:close/>
                <a:moveTo>
                  <a:pt x="682752" y="354804"/>
                </a:moveTo>
                <a:cubicBezTo>
                  <a:pt x="733615" y="384998"/>
                  <a:pt x="775525" y="390808"/>
                  <a:pt x="776383" y="368329"/>
                </a:cubicBezTo>
                <a:cubicBezTo>
                  <a:pt x="777240" y="346517"/>
                  <a:pt x="738854" y="306226"/>
                  <a:pt x="690658" y="277651"/>
                </a:cubicBezTo>
                <a:cubicBezTo>
                  <a:pt x="642556" y="249076"/>
                  <a:pt x="600742" y="241837"/>
                  <a:pt x="597217" y="262030"/>
                </a:cubicBezTo>
                <a:cubicBezTo>
                  <a:pt x="593788" y="282795"/>
                  <a:pt x="631984" y="324609"/>
                  <a:pt x="682752" y="354804"/>
                </a:cubicBezTo>
                <a:close/>
                <a:moveTo>
                  <a:pt x="434911" y="320990"/>
                </a:moveTo>
                <a:cubicBezTo>
                  <a:pt x="489394" y="353375"/>
                  <a:pt x="537496" y="359947"/>
                  <a:pt x="542258" y="336420"/>
                </a:cubicBezTo>
                <a:cubicBezTo>
                  <a:pt x="546830" y="313655"/>
                  <a:pt x="508825" y="270984"/>
                  <a:pt x="457390" y="240408"/>
                </a:cubicBezTo>
                <a:cubicBezTo>
                  <a:pt x="406051" y="209928"/>
                  <a:pt x="358330" y="201642"/>
                  <a:pt x="350710" y="222692"/>
                </a:cubicBezTo>
                <a:cubicBezTo>
                  <a:pt x="342805" y="244314"/>
                  <a:pt x="380428" y="288605"/>
                  <a:pt x="434911" y="320990"/>
                </a:cubicBezTo>
                <a:close/>
                <a:moveTo>
                  <a:pt x="671798" y="461674"/>
                </a:moveTo>
                <a:cubicBezTo>
                  <a:pt x="726376" y="494059"/>
                  <a:pt x="771430" y="498822"/>
                  <a:pt x="772477" y="473104"/>
                </a:cubicBezTo>
                <a:cubicBezTo>
                  <a:pt x="773430" y="448149"/>
                  <a:pt x="732472" y="403667"/>
                  <a:pt x="680942" y="373187"/>
                </a:cubicBezTo>
                <a:cubicBezTo>
                  <a:pt x="629507" y="342612"/>
                  <a:pt x="584644" y="336135"/>
                  <a:pt x="580644" y="359280"/>
                </a:cubicBezTo>
                <a:cubicBezTo>
                  <a:pt x="576453" y="383093"/>
                  <a:pt x="617220" y="429289"/>
                  <a:pt x="671798" y="461674"/>
                </a:cubicBezTo>
                <a:close/>
                <a:moveTo>
                  <a:pt x="148304" y="281842"/>
                </a:moveTo>
                <a:cubicBezTo>
                  <a:pt x="206978" y="316704"/>
                  <a:pt x="262795" y="324324"/>
                  <a:pt x="272605" y="299654"/>
                </a:cubicBezTo>
                <a:cubicBezTo>
                  <a:pt x="282130" y="275841"/>
                  <a:pt x="244888" y="230502"/>
                  <a:pt x="189738" y="197736"/>
                </a:cubicBezTo>
                <a:cubicBezTo>
                  <a:pt x="134588" y="164970"/>
                  <a:pt x="79819" y="155541"/>
                  <a:pt x="66770" y="177353"/>
                </a:cubicBezTo>
                <a:cubicBezTo>
                  <a:pt x="53435" y="199927"/>
                  <a:pt x="89725" y="246981"/>
                  <a:pt x="148304" y="281842"/>
                </a:cubicBezTo>
                <a:close/>
                <a:moveTo>
                  <a:pt x="403479" y="433480"/>
                </a:moveTo>
                <a:cubicBezTo>
                  <a:pt x="462248" y="468437"/>
                  <a:pt x="514540" y="473961"/>
                  <a:pt x="520065" y="446625"/>
                </a:cubicBezTo>
                <a:cubicBezTo>
                  <a:pt x="525399" y="420240"/>
                  <a:pt x="484822" y="372996"/>
                  <a:pt x="429577" y="340135"/>
                </a:cubicBezTo>
                <a:cubicBezTo>
                  <a:pt x="374428" y="307369"/>
                  <a:pt x="322707" y="299844"/>
                  <a:pt x="313944" y="324133"/>
                </a:cubicBezTo>
                <a:cubicBezTo>
                  <a:pt x="304705" y="349279"/>
                  <a:pt x="344710" y="398619"/>
                  <a:pt x="403479" y="433480"/>
                </a:cubicBezTo>
                <a:close/>
                <a:moveTo>
                  <a:pt x="658939" y="585404"/>
                </a:moveTo>
                <a:cubicBezTo>
                  <a:pt x="717804" y="620361"/>
                  <a:pt x="766477" y="623790"/>
                  <a:pt x="767619" y="593881"/>
                </a:cubicBezTo>
                <a:cubicBezTo>
                  <a:pt x="768763" y="565020"/>
                  <a:pt x="724757" y="515681"/>
                  <a:pt x="669512" y="482820"/>
                </a:cubicBezTo>
                <a:cubicBezTo>
                  <a:pt x="614267" y="449958"/>
                  <a:pt x="565785" y="444434"/>
                  <a:pt x="561213" y="471199"/>
                </a:cubicBezTo>
                <a:cubicBezTo>
                  <a:pt x="556450" y="498917"/>
                  <a:pt x="600170" y="550447"/>
                  <a:pt x="658939" y="585404"/>
                </a:cubicBezTo>
                <a:close/>
                <a:moveTo>
                  <a:pt x="89725" y="400619"/>
                </a:moveTo>
                <a:cubicBezTo>
                  <a:pt x="153352" y="438528"/>
                  <a:pt x="214693" y="444910"/>
                  <a:pt x="226314" y="415954"/>
                </a:cubicBezTo>
                <a:cubicBezTo>
                  <a:pt x="237458" y="388046"/>
                  <a:pt x="197929" y="337468"/>
                  <a:pt x="138398" y="302035"/>
                </a:cubicBezTo>
                <a:cubicBezTo>
                  <a:pt x="78867" y="266697"/>
                  <a:pt x="18764" y="257934"/>
                  <a:pt x="3524" y="283461"/>
                </a:cubicBezTo>
                <a:cubicBezTo>
                  <a:pt x="-12192" y="309846"/>
                  <a:pt x="26098" y="362709"/>
                  <a:pt x="89725" y="400619"/>
                </a:cubicBezTo>
                <a:close/>
                <a:moveTo>
                  <a:pt x="366617" y="565306"/>
                </a:moveTo>
                <a:cubicBezTo>
                  <a:pt x="430435" y="603216"/>
                  <a:pt x="487585" y="607121"/>
                  <a:pt x="494062" y="575117"/>
                </a:cubicBezTo>
                <a:cubicBezTo>
                  <a:pt x="500253" y="544256"/>
                  <a:pt x="456819" y="491297"/>
                  <a:pt x="397192" y="455864"/>
                </a:cubicBezTo>
                <a:cubicBezTo>
                  <a:pt x="337566" y="420431"/>
                  <a:pt x="281178" y="413954"/>
                  <a:pt x="270891" y="442434"/>
                </a:cubicBezTo>
                <a:cubicBezTo>
                  <a:pt x="260223" y="471961"/>
                  <a:pt x="302895" y="527397"/>
                  <a:pt x="366617" y="565306"/>
                </a:cubicBezTo>
                <a:close/>
                <a:moveTo>
                  <a:pt x="643985" y="730374"/>
                </a:moveTo>
                <a:cubicBezTo>
                  <a:pt x="707898" y="768379"/>
                  <a:pt x="760857" y="769808"/>
                  <a:pt x="762190" y="734661"/>
                </a:cubicBezTo>
                <a:cubicBezTo>
                  <a:pt x="763524" y="700847"/>
                  <a:pt x="716089" y="645507"/>
                  <a:pt x="656368" y="610074"/>
                </a:cubicBezTo>
                <a:cubicBezTo>
                  <a:pt x="596646" y="574545"/>
                  <a:pt x="544068" y="570354"/>
                  <a:pt x="538639" y="601787"/>
                </a:cubicBezTo>
                <a:cubicBezTo>
                  <a:pt x="533114" y="634267"/>
                  <a:pt x="580168" y="692370"/>
                  <a:pt x="643985" y="730374"/>
                </a:cubicBezTo>
                <a:close/>
                <a:moveTo>
                  <a:pt x="251746" y="93438"/>
                </a:moveTo>
                <a:cubicBezTo>
                  <a:pt x="302419" y="123537"/>
                  <a:pt x="349758" y="132490"/>
                  <a:pt x="357092" y="113916"/>
                </a:cubicBezTo>
                <a:cubicBezTo>
                  <a:pt x="364236" y="95914"/>
                  <a:pt x="330994" y="58576"/>
                  <a:pt x="282892" y="30096"/>
                </a:cubicBezTo>
                <a:cubicBezTo>
                  <a:pt x="234886" y="1617"/>
                  <a:pt x="188214" y="-8575"/>
                  <a:pt x="178403" y="7903"/>
                </a:cubicBezTo>
                <a:cubicBezTo>
                  <a:pt x="168402" y="24858"/>
                  <a:pt x="201073" y="63339"/>
                  <a:pt x="251746" y="93438"/>
                </a:cubicBezTo>
                <a:close/>
                <a:moveTo>
                  <a:pt x="472249" y="224311"/>
                </a:moveTo>
                <a:cubicBezTo>
                  <a:pt x="523018" y="254410"/>
                  <a:pt x="567690" y="261840"/>
                  <a:pt x="571786" y="241361"/>
                </a:cubicBezTo>
                <a:cubicBezTo>
                  <a:pt x="575786" y="221454"/>
                  <a:pt x="539972" y="182687"/>
                  <a:pt x="491871" y="154112"/>
                </a:cubicBezTo>
                <a:cubicBezTo>
                  <a:pt x="443770" y="125537"/>
                  <a:pt x="399574" y="116869"/>
                  <a:pt x="392906" y="135252"/>
                </a:cubicBezTo>
                <a:cubicBezTo>
                  <a:pt x="386048" y="154017"/>
                  <a:pt x="421481" y="194212"/>
                  <a:pt x="472249" y="224311"/>
                </a:cubicBezTo>
                <a:close/>
                <a:moveTo>
                  <a:pt x="208502" y="181068"/>
                </a:moveTo>
                <a:cubicBezTo>
                  <a:pt x="262890" y="213357"/>
                  <a:pt x="314039" y="221835"/>
                  <a:pt x="322612" y="200499"/>
                </a:cubicBezTo>
                <a:cubicBezTo>
                  <a:pt x="330803" y="179925"/>
                  <a:pt x="295656" y="138967"/>
                  <a:pt x="244316" y="108487"/>
                </a:cubicBezTo>
                <a:cubicBezTo>
                  <a:pt x="192976" y="78007"/>
                  <a:pt x="142589" y="68101"/>
                  <a:pt x="131350" y="86961"/>
                </a:cubicBezTo>
                <a:cubicBezTo>
                  <a:pt x="119729" y="106392"/>
                  <a:pt x="154210" y="148778"/>
                  <a:pt x="208502" y="181068"/>
                </a:cubicBezTo>
                <a:close/>
                <a:moveTo>
                  <a:pt x="1384554" y="789334"/>
                </a:moveTo>
                <a:lnTo>
                  <a:pt x="1424178" y="789334"/>
                </a:lnTo>
                <a:lnTo>
                  <a:pt x="1424178" y="796764"/>
                </a:lnTo>
                <a:lnTo>
                  <a:pt x="1408652" y="796764"/>
                </a:lnTo>
                <a:lnTo>
                  <a:pt x="1408652" y="838293"/>
                </a:lnTo>
                <a:lnTo>
                  <a:pt x="1400080" y="838293"/>
                </a:lnTo>
                <a:lnTo>
                  <a:pt x="1400080" y="796764"/>
                </a:lnTo>
                <a:lnTo>
                  <a:pt x="1384554" y="796764"/>
                </a:lnTo>
                <a:lnTo>
                  <a:pt x="1384554" y="789334"/>
                </a:lnTo>
                <a:close/>
                <a:moveTo>
                  <a:pt x="1429702" y="789334"/>
                </a:moveTo>
                <a:lnTo>
                  <a:pt x="1441799" y="789334"/>
                </a:lnTo>
                <a:lnTo>
                  <a:pt x="1455325" y="827625"/>
                </a:lnTo>
                <a:lnTo>
                  <a:pt x="1455420" y="827625"/>
                </a:lnTo>
                <a:lnTo>
                  <a:pt x="1468564" y="789334"/>
                </a:lnTo>
                <a:lnTo>
                  <a:pt x="1480470" y="789334"/>
                </a:lnTo>
                <a:lnTo>
                  <a:pt x="1480470" y="838293"/>
                </a:lnTo>
                <a:lnTo>
                  <a:pt x="1472279" y="838293"/>
                </a:lnTo>
                <a:lnTo>
                  <a:pt x="1472279" y="800478"/>
                </a:lnTo>
                <a:lnTo>
                  <a:pt x="1472184" y="800478"/>
                </a:lnTo>
                <a:lnTo>
                  <a:pt x="1458658" y="838293"/>
                </a:lnTo>
                <a:lnTo>
                  <a:pt x="1451610" y="838293"/>
                </a:lnTo>
                <a:lnTo>
                  <a:pt x="1437989" y="800478"/>
                </a:lnTo>
                <a:lnTo>
                  <a:pt x="1437894" y="800478"/>
                </a:lnTo>
                <a:lnTo>
                  <a:pt x="1437894" y="838293"/>
                </a:lnTo>
                <a:lnTo>
                  <a:pt x="1429702" y="838293"/>
                </a:lnTo>
                <a:lnTo>
                  <a:pt x="1429702" y="78933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dirty="0"/>
          </a:p>
        </p:txBody>
      </p:sp>
      <p:sp>
        <p:nvSpPr>
          <p:cNvPr id="17" name="pole tekstowe 3">
            <a:extLst>
              <a:ext uri="{FF2B5EF4-FFF2-40B4-BE49-F238E27FC236}">
                <a16:creationId xmlns:a16="http://schemas.microsoft.com/office/drawing/2014/main" id="{B5AB44D3-C443-4BD6-8E98-01EB31B87BC6}"/>
              </a:ext>
            </a:extLst>
          </p:cNvPr>
          <p:cNvSpPr txBox="1"/>
          <p:nvPr userDrawn="1"/>
        </p:nvSpPr>
        <p:spPr>
          <a:xfrm>
            <a:off x="1451293" y="6516406"/>
            <a:ext cx="2052639" cy="3651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spcAft>
                <a:spcPts val="600"/>
              </a:spcAft>
              <a:buClr>
                <a:schemeClr val="accent1"/>
              </a:buClr>
            </a:pPr>
            <a:r>
              <a:rPr lang="en-US" sz="1200" dirty="0">
                <a:solidFill>
                  <a:schemeClr val="accent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Analysis. Answers. Action </a:t>
            </a:r>
            <a:endParaRPr lang="en-US" sz="14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8" name="pole tekstowe 4">
            <a:extLst>
              <a:ext uri="{FF2B5EF4-FFF2-40B4-BE49-F238E27FC236}">
                <a16:creationId xmlns:a16="http://schemas.microsoft.com/office/drawing/2014/main" id="{70105FE1-BE1F-47D9-9A0B-E03C45A1C51F}"/>
              </a:ext>
            </a:extLst>
          </p:cNvPr>
          <p:cNvSpPr txBox="1"/>
          <p:nvPr userDrawn="1"/>
        </p:nvSpPr>
        <p:spPr>
          <a:xfrm>
            <a:off x="9988549" y="6506590"/>
            <a:ext cx="1447800" cy="277812"/>
          </a:xfrm>
          <a:prstGeom prst="rect">
            <a:avLst/>
          </a:prstGeom>
          <a:noFill/>
        </p:spPr>
        <p:txBody>
          <a:bodyPr wrap="square" rIns="0" rtlCol="0" anchor="b">
            <a:noAutofit/>
          </a:bodyPr>
          <a:lstStyle/>
          <a:p>
            <a:pPr algn="r">
              <a:spcAft>
                <a:spcPts val="600"/>
              </a:spcAft>
              <a:buClr>
                <a:schemeClr val="accent1"/>
              </a:buClr>
            </a:pPr>
            <a:r>
              <a:rPr lang="en-US" sz="1300" dirty="0">
                <a:solidFill>
                  <a:schemeClr val="accent2"/>
                </a:solidFill>
                <a:latin typeface="+mj-lt"/>
              </a:rPr>
              <a:t>www.aphl.org</a:t>
            </a:r>
          </a:p>
        </p:txBody>
      </p:sp>
    </p:spTree>
    <p:extLst>
      <p:ext uri="{BB962C8B-B14F-4D97-AF65-F5344CB8AC3E}">
        <p14:creationId xmlns:p14="http://schemas.microsoft.com/office/powerpoint/2010/main" val="2430337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50" r:id="rId2"/>
    <p:sldLayoutId id="2147483672" r:id="rId3"/>
    <p:sldLayoutId id="2147483651" r:id="rId4"/>
    <p:sldLayoutId id="2147483652" r:id="rId5"/>
    <p:sldLayoutId id="2147483653" r:id="rId6"/>
    <p:sldLayoutId id="2147483674" r:id="rId7"/>
    <p:sldLayoutId id="2147483654" r:id="rId8"/>
    <p:sldLayoutId id="2147483660" r:id="rId9"/>
    <p:sldLayoutId id="2147483662" r:id="rId10"/>
    <p:sldLayoutId id="2147483669" r:id="rId11"/>
    <p:sldLayoutId id="2147483668" r:id="rId12"/>
    <p:sldLayoutId id="2147483663" r:id="rId13"/>
    <p:sldLayoutId id="2147483666" r:id="rId14"/>
    <p:sldLayoutId id="2147483661" r:id="rId15"/>
    <p:sldLayoutId id="2147483673" r:id="rId16"/>
    <p:sldLayoutId id="2147483670" r:id="rId17"/>
    <p:sldLayoutId id="2147483655" r:id="rId18"/>
  </p:sldLayoutIdLst>
  <p:hf hd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110000"/>
        </a:lnSpc>
        <a:spcBef>
          <a:spcPts val="10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33387" indent="-228594" algn="l" defTabSz="914377" rtl="0" eaLnBrk="1" latinLnBrk="0" hangingPunct="1">
        <a:lnSpc>
          <a:spcPct val="110000"/>
        </a:lnSpc>
        <a:spcBef>
          <a:spcPts val="5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01677" indent="-228594" algn="l" defTabSz="914377" rtl="0" eaLnBrk="1" latinLnBrk="0" hangingPunct="1">
        <a:lnSpc>
          <a:spcPct val="110000"/>
        </a:lnSpc>
        <a:spcBef>
          <a:spcPts val="5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57269" indent="-228594" algn="l" defTabSz="914377" rtl="0" eaLnBrk="1" latinLnBrk="0" hangingPunct="1">
        <a:lnSpc>
          <a:spcPct val="110000"/>
        </a:lnSpc>
        <a:spcBef>
          <a:spcPts val="5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612860" indent="-228594" algn="l" defTabSz="914377" rtl="0" eaLnBrk="1" latinLnBrk="0" hangingPunct="1">
        <a:lnSpc>
          <a:spcPct val="110000"/>
        </a:lnSpc>
        <a:spcBef>
          <a:spcPts val="5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29" userDrawn="1">
          <p15:clr>
            <a:srgbClr val="F26B43"/>
          </p15:clr>
        </p15:guide>
        <p15:guide id="2" pos="439" userDrawn="1">
          <p15:clr>
            <a:srgbClr val="F26B43"/>
          </p15:clr>
        </p15:guide>
        <p15:guide id="3" pos="7243" userDrawn="1">
          <p15:clr>
            <a:srgbClr val="F26B43"/>
          </p15:clr>
        </p15:guide>
        <p15:guide id="4" orient="horz" pos="73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244436" y="2985461"/>
            <a:ext cx="11703127" cy="1772219"/>
          </a:xfrm>
        </p:spPr>
        <p:txBody>
          <a:bodyPr/>
          <a:lstStyle/>
          <a:p>
            <a:r>
              <a:rPr lang="en-US" dirty="0"/>
              <a:t>Introduction to Quarto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751115" y="5388429"/>
            <a:ext cx="10940142" cy="927203"/>
          </a:xfrm>
        </p:spPr>
        <p:txBody>
          <a:bodyPr>
            <a:normAutofit/>
          </a:bodyPr>
          <a:lstStyle/>
          <a:p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3569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"/>
          <p:cNvSpPr txBox="1">
            <a:spLocks noGrp="1"/>
          </p:cNvSpPr>
          <p:nvPr>
            <p:ph type="title"/>
          </p:nvPr>
        </p:nvSpPr>
        <p:spPr>
          <a:xfrm>
            <a:off x="695326" y="136526"/>
            <a:ext cx="10801351" cy="854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783"/>
              </a:buClr>
              <a:buSzPts val="3600"/>
              <a:buFont typeface="Libre Franklin Medium"/>
              <a:buNone/>
            </a:pPr>
            <a:r>
              <a:rPr lang="en-US" dirty="0"/>
              <a:t>Funding Disclosure</a:t>
            </a:r>
            <a:endParaRPr dirty="0"/>
          </a:p>
        </p:txBody>
      </p:sp>
      <p:sp>
        <p:nvSpPr>
          <p:cNvPr id="175" name="Google Shape;175;p24"/>
          <p:cNvSpPr txBox="1">
            <a:spLocks noGrp="1"/>
          </p:cNvSpPr>
          <p:nvPr>
            <p:ph type="body" idx="1"/>
          </p:nvPr>
        </p:nvSpPr>
        <p:spPr>
          <a:xfrm>
            <a:off x="695326" y="1169986"/>
            <a:ext cx="10801351" cy="5067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7965" lvl="0" indent="-227965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dirty="0"/>
              <a:t>This work is supported by the United States Centers for Disease Control and Prevention funding under the Global Health Security Partnerships: Expanding and Improving Public Health Laboratory Strategies and Systems (Grant Number: NU2HGH000080).</a:t>
            </a:r>
            <a:endParaRPr dirty="0"/>
          </a:p>
        </p:txBody>
      </p:sp>
      <p:sp>
        <p:nvSpPr>
          <p:cNvPr id="176" name="Google Shape;176;p24"/>
          <p:cNvSpPr txBox="1">
            <a:spLocks noGrp="1"/>
          </p:cNvSpPr>
          <p:nvPr>
            <p:ph type="sldNum" idx="12"/>
          </p:nvPr>
        </p:nvSpPr>
        <p:spPr>
          <a:xfrm>
            <a:off x="11496674" y="6418264"/>
            <a:ext cx="6953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7A15C4C-81DB-21CC-0922-E0EC1B2B6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5"/>
          <p:cNvSpPr/>
          <p:nvPr/>
        </p:nvSpPr>
        <p:spPr>
          <a:xfrm>
            <a:off x="0" y="2154240"/>
            <a:ext cx="3962520" cy="2193120"/>
          </a:xfrm>
          <a:prstGeom prst="homePlate">
            <a:avLst>
              <a:gd name="adj" fmla="val 24663"/>
            </a:avLst>
          </a:prstGeom>
          <a:solidFill>
            <a:srgbClr val="00778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5"/>
          <p:cNvSpPr/>
          <p:nvPr/>
        </p:nvSpPr>
        <p:spPr>
          <a:xfrm>
            <a:off x="11496600" y="6418440"/>
            <a:ext cx="69444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ctr"/>
            <a:fld id="{00000000-1234-1234-1234-123412341234}" type="slidenum">
              <a:rPr lang="en-US" sz="1200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rPr>
              <a:pPr algn="ctr"/>
              <a:t>3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3" name="Google Shape;183;p25"/>
          <p:cNvGrpSpPr/>
          <p:nvPr/>
        </p:nvGrpSpPr>
        <p:grpSpPr>
          <a:xfrm>
            <a:off x="4114560" y="1829700"/>
            <a:ext cx="6415635" cy="649080"/>
            <a:chOff x="3375000" y="864000"/>
            <a:chExt cx="6415634" cy="649080"/>
          </a:xfrm>
        </p:grpSpPr>
        <p:sp>
          <p:nvSpPr>
            <p:cNvPr id="184" name="Google Shape;184;p25"/>
            <p:cNvSpPr/>
            <p:nvPr/>
          </p:nvSpPr>
          <p:spPr>
            <a:xfrm>
              <a:off x="4097234" y="993472"/>
              <a:ext cx="5693400" cy="452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000" tIns="45000" rIns="90000" bIns="108000" anchor="b" anchorCtr="0">
              <a:noAutofit/>
            </a:bodyPr>
            <a:lstStyle/>
            <a:p>
              <a:pPr marL="84665">
                <a:lnSpc>
                  <a:spcPct val="115000"/>
                </a:lnSpc>
                <a:buClr>
                  <a:schemeClr val="dk1"/>
                </a:buClr>
                <a:buSzPts val="1800"/>
              </a:pPr>
              <a:r>
                <a:rPr lang="en-US" sz="2000" b="1" dirty="0">
                  <a:solidFill>
                    <a:schemeClr val="tx2"/>
                  </a:solidFill>
                  <a:latin typeface="Franklin Gothic Book" panose="020B0503020102020204" pitchFamily="34" charset="0"/>
                  <a:ea typeface="Century Gothic"/>
                  <a:cs typeface="Century Gothic"/>
                  <a:sym typeface="Century Gothic"/>
                </a:rPr>
                <a:t>Markdown Basics</a:t>
              </a:r>
            </a:p>
          </p:txBody>
        </p:sp>
        <p:sp>
          <p:nvSpPr>
            <p:cNvPr id="185" name="Google Shape;185;p25"/>
            <p:cNvSpPr/>
            <p:nvPr/>
          </p:nvSpPr>
          <p:spPr>
            <a:xfrm rot="-3864000">
              <a:off x="3375000" y="864000"/>
              <a:ext cx="649080" cy="649080"/>
            </a:xfrm>
            <a:custGeom>
              <a:avLst/>
              <a:gdLst/>
              <a:ahLst/>
              <a:cxnLst/>
              <a:rect l="l" t="t" r="r" b="b"/>
              <a:pathLst>
                <a:path w="1744979" h="1744980" extrusionOk="0">
                  <a:moveTo>
                    <a:pt x="1478280" y="1500188"/>
                  </a:moveTo>
                  <a:cubicBezTo>
                    <a:pt x="1321118" y="1651635"/>
                    <a:pt x="1107758" y="1744980"/>
                    <a:pt x="872490" y="1744980"/>
                  </a:cubicBezTo>
                  <a:cubicBezTo>
                    <a:pt x="390525" y="1744980"/>
                    <a:pt x="0" y="1354455"/>
                    <a:pt x="0" y="872490"/>
                  </a:cubicBezTo>
                  <a:cubicBezTo>
                    <a:pt x="0" y="390525"/>
                    <a:pt x="390525" y="0"/>
                    <a:pt x="872490" y="0"/>
                  </a:cubicBezTo>
                  <a:cubicBezTo>
                    <a:pt x="1354455" y="0"/>
                    <a:pt x="1744980" y="390525"/>
                    <a:pt x="1744980" y="872490"/>
                  </a:cubicBezTo>
                  <a:moveTo>
                    <a:pt x="1619250" y="1323975"/>
                  </a:moveTo>
                  <a:cubicBezTo>
                    <a:pt x="1675448" y="1231583"/>
                    <a:pt x="1714500" y="1127760"/>
                    <a:pt x="1733550" y="1017270"/>
                  </a:cubicBezTo>
                </a:path>
              </a:pathLst>
            </a:custGeom>
            <a:solidFill>
              <a:schemeClr val="lt1"/>
            </a:solidFill>
            <a:ln w="34925" cap="rnd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25"/>
            <p:cNvSpPr/>
            <p:nvPr/>
          </p:nvSpPr>
          <p:spPr>
            <a:xfrm>
              <a:off x="3433320" y="916920"/>
              <a:ext cx="524880" cy="52488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algn="ctr"/>
              <a:r>
                <a:rPr lang="en-US" sz="3200" b="1" dirty="0">
                  <a:solidFill>
                    <a:srgbClr val="5B7D8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3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7" name="Google Shape;197;p25"/>
          <p:cNvSpPr/>
          <p:nvPr/>
        </p:nvSpPr>
        <p:spPr>
          <a:xfrm>
            <a:off x="480600" y="2610000"/>
            <a:ext cx="2046600" cy="1281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Table of contents</a:t>
            </a:r>
            <a:endParaRPr sz="3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5"/>
          <p:cNvSpPr/>
          <p:nvPr/>
        </p:nvSpPr>
        <p:spPr>
          <a:xfrm>
            <a:off x="2582280" y="2708280"/>
            <a:ext cx="646920" cy="1085400"/>
          </a:xfrm>
          <a:custGeom>
            <a:avLst/>
            <a:gdLst/>
            <a:ahLst/>
            <a:cxnLst/>
            <a:rect l="l" t="t" r="r" b="b"/>
            <a:pathLst>
              <a:path w="248" h="416" extrusionOk="0">
                <a:moveTo>
                  <a:pt x="181" y="158"/>
                </a:moveTo>
                <a:lnTo>
                  <a:pt x="133" y="222"/>
                </a:lnTo>
                <a:lnTo>
                  <a:pt x="100" y="193"/>
                </a:lnTo>
                <a:lnTo>
                  <a:pt x="59" y="243"/>
                </a:lnTo>
                <a:moveTo>
                  <a:pt x="190" y="191"/>
                </a:moveTo>
                <a:lnTo>
                  <a:pt x="186" y="153"/>
                </a:lnTo>
                <a:lnTo>
                  <a:pt x="148" y="158"/>
                </a:lnTo>
                <a:moveTo>
                  <a:pt x="228" y="29"/>
                </a:moveTo>
                <a:lnTo>
                  <a:pt x="21" y="29"/>
                </a:lnTo>
                <a:lnTo>
                  <a:pt x="21" y="302"/>
                </a:lnTo>
                <a:lnTo>
                  <a:pt x="228" y="302"/>
                </a:lnTo>
                <a:lnTo>
                  <a:pt x="228" y="29"/>
                </a:lnTo>
                <a:moveTo>
                  <a:pt x="124" y="332"/>
                </a:moveTo>
                <a:lnTo>
                  <a:pt x="124" y="416"/>
                </a:lnTo>
                <a:moveTo>
                  <a:pt x="67" y="332"/>
                </a:moveTo>
                <a:lnTo>
                  <a:pt x="32" y="416"/>
                </a:lnTo>
                <a:moveTo>
                  <a:pt x="218" y="416"/>
                </a:moveTo>
                <a:lnTo>
                  <a:pt x="183" y="332"/>
                </a:lnTo>
                <a:moveTo>
                  <a:pt x="248" y="0"/>
                </a:moveTo>
                <a:lnTo>
                  <a:pt x="0" y="0"/>
                </a:lnTo>
                <a:moveTo>
                  <a:pt x="248" y="332"/>
                </a:moveTo>
                <a:lnTo>
                  <a:pt x="0" y="332"/>
                </a:lnTo>
                <a:moveTo>
                  <a:pt x="190" y="96"/>
                </a:moveTo>
                <a:lnTo>
                  <a:pt x="59" y="96"/>
                </a:lnTo>
              </a:path>
            </a:pathLst>
          </a:custGeom>
          <a:noFill/>
          <a:ln w="317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BECB09C-4580-4087-9672-64E765BE001A}"/>
              </a:ext>
            </a:extLst>
          </p:cNvPr>
          <p:cNvGrpSpPr/>
          <p:nvPr/>
        </p:nvGrpSpPr>
        <p:grpSpPr>
          <a:xfrm>
            <a:off x="4114560" y="2512464"/>
            <a:ext cx="6612489" cy="718585"/>
            <a:chOff x="3948948" y="4264305"/>
            <a:chExt cx="6612489" cy="718585"/>
          </a:xfrm>
        </p:grpSpPr>
        <p:grpSp>
          <p:nvGrpSpPr>
            <p:cNvPr id="191" name="Google Shape;191;p25"/>
            <p:cNvGrpSpPr/>
            <p:nvPr/>
          </p:nvGrpSpPr>
          <p:grpSpPr>
            <a:xfrm>
              <a:off x="3948948" y="4264305"/>
              <a:ext cx="718585" cy="718585"/>
              <a:chOff x="3920208" y="1859568"/>
              <a:chExt cx="718585" cy="718585"/>
            </a:xfrm>
          </p:grpSpPr>
          <p:sp>
            <p:nvSpPr>
              <p:cNvPr id="192" name="Google Shape;192;p25"/>
              <p:cNvSpPr/>
              <p:nvPr/>
            </p:nvSpPr>
            <p:spPr>
              <a:xfrm rot="-391200">
                <a:off x="3954960" y="1894320"/>
                <a:ext cx="649080" cy="649080"/>
              </a:xfrm>
              <a:custGeom>
                <a:avLst/>
                <a:gdLst/>
                <a:ahLst/>
                <a:cxnLst/>
                <a:rect l="l" t="t" r="r" b="b"/>
                <a:pathLst>
                  <a:path w="1744979" h="1744980" extrusionOk="0">
                    <a:moveTo>
                      <a:pt x="1478280" y="1500188"/>
                    </a:moveTo>
                    <a:cubicBezTo>
                      <a:pt x="1321118" y="1651635"/>
                      <a:pt x="1107758" y="1744980"/>
                      <a:pt x="872490" y="1744980"/>
                    </a:cubicBezTo>
                    <a:cubicBezTo>
                      <a:pt x="390525" y="1744980"/>
                      <a:pt x="0" y="1354455"/>
                      <a:pt x="0" y="872490"/>
                    </a:cubicBezTo>
                    <a:cubicBezTo>
                      <a:pt x="0" y="390525"/>
                      <a:pt x="390525" y="0"/>
                      <a:pt x="872490" y="0"/>
                    </a:cubicBezTo>
                    <a:cubicBezTo>
                      <a:pt x="1354455" y="0"/>
                      <a:pt x="1744980" y="390525"/>
                      <a:pt x="1744980" y="872490"/>
                    </a:cubicBezTo>
                    <a:moveTo>
                      <a:pt x="1619250" y="1323975"/>
                    </a:moveTo>
                    <a:cubicBezTo>
                      <a:pt x="1675448" y="1231583"/>
                      <a:pt x="1714500" y="1127760"/>
                      <a:pt x="1733550" y="1017270"/>
                    </a:cubicBezTo>
                  </a:path>
                </a:pathLst>
              </a:custGeom>
              <a:solidFill>
                <a:schemeClr val="lt1"/>
              </a:solidFill>
              <a:ln w="3492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endParaRPr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25"/>
              <p:cNvSpPr/>
              <p:nvPr/>
            </p:nvSpPr>
            <p:spPr>
              <a:xfrm>
                <a:off x="4017600" y="1945080"/>
                <a:ext cx="524880" cy="524880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spcFirstLastPara="1" wrap="square" lIns="90000" tIns="45000" rIns="90000" bIns="45000" anchor="ctr" anchorCtr="0">
                <a:noAutofit/>
              </a:bodyPr>
              <a:lstStyle/>
              <a:p>
                <a:pPr algn="ctr"/>
                <a:r>
                  <a:rPr lang="en-US" sz="3200" b="1" dirty="0">
                    <a:solidFill>
                      <a:srgbClr val="5B7D8C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 sz="32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9" name="Google Shape;199;p25"/>
            <p:cNvSpPr/>
            <p:nvPr/>
          </p:nvSpPr>
          <p:spPr>
            <a:xfrm>
              <a:off x="4667532" y="4464338"/>
              <a:ext cx="5893905" cy="452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000" tIns="45000" rIns="90000" bIns="108000" anchor="b" anchorCtr="0">
              <a:noAutofit/>
            </a:bodyPr>
            <a:lstStyle/>
            <a:p>
              <a:pPr marL="84665">
                <a:lnSpc>
                  <a:spcPct val="115000"/>
                </a:lnSpc>
                <a:buClr>
                  <a:schemeClr val="dk1"/>
                </a:buClr>
                <a:buSzPts val="1800"/>
              </a:pPr>
              <a:r>
                <a:rPr lang="en-US" sz="2000" b="1" dirty="0">
                  <a:solidFill>
                    <a:schemeClr val="tx2"/>
                  </a:solidFill>
                  <a:latin typeface="Franklin Gothic Book" panose="020B0503020102020204" pitchFamily="34" charset="0"/>
                  <a:ea typeface="Century Gothic"/>
                  <a:cs typeface="Century Gothic"/>
                  <a:sym typeface="Century Gothic"/>
                </a:rPr>
                <a:t>Code Chunks &amp; Automation</a:t>
              </a:r>
            </a:p>
          </p:txBody>
        </p:sp>
      </p:grpSp>
      <p:sp>
        <p:nvSpPr>
          <p:cNvPr id="200" name="Google Shape;200;p25"/>
          <p:cNvSpPr/>
          <p:nvPr/>
        </p:nvSpPr>
        <p:spPr>
          <a:xfrm>
            <a:off x="3589680" y="6068360"/>
            <a:ext cx="524880" cy="52488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ctr"/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4A1C747-11CA-AD30-C356-90E96BD4E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67747-A1D0-4850-AF9A-570B1A0E3F7F}" type="slidenum">
              <a:rPr lang="en-US" smtClean="0"/>
              <a:t>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641569-FD4A-6FEA-FABC-62C788D20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C850859-AFD5-A594-8E65-C9B1AA94A4EA}"/>
              </a:ext>
            </a:extLst>
          </p:cNvPr>
          <p:cNvGrpSpPr/>
          <p:nvPr/>
        </p:nvGrpSpPr>
        <p:grpSpPr>
          <a:xfrm>
            <a:off x="4114560" y="3264733"/>
            <a:ext cx="6612490" cy="718585"/>
            <a:chOff x="3948948" y="4264305"/>
            <a:chExt cx="6612490" cy="718585"/>
          </a:xfrm>
        </p:grpSpPr>
        <p:grpSp>
          <p:nvGrpSpPr>
            <p:cNvPr id="6" name="Google Shape;191;p25">
              <a:extLst>
                <a:ext uri="{FF2B5EF4-FFF2-40B4-BE49-F238E27FC236}">
                  <a16:creationId xmlns:a16="http://schemas.microsoft.com/office/drawing/2014/main" id="{DEA12E7A-D69E-99A1-8324-3EA74E1C939E}"/>
                </a:ext>
              </a:extLst>
            </p:cNvPr>
            <p:cNvGrpSpPr/>
            <p:nvPr/>
          </p:nvGrpSpPr>
          <p:grpSpPr>
            <a:xfrm>
              <a:off x="3948948" y="4264305"/>
              <a:ext cx="718585" cy="718585"/>
              <a:chOff x="3920208" y="1859568"/>
              <a:chExt cx="718585" cy="718585"/>
            </a:xfrm>
          </p:grpSpPr>
          <p:sp>
            <p:nvSpPr>
              <p:cNvPr id="8" name="Google Shape;192;p25">
                <a:extLst>
                  <a:ext uri="{FF2B5EF4-FFF2-40B4-BE49-F238E27FC236}">
                    <a16:creationId xmlns:a16="http://schemas.microsoft.com/office/drawing/2014/main" id="{E400A0FE-81D9-BC19-B9CD-99D3D29E329F}"/>
                  </a:ext>
                </a:extLst>
              </p:cNvPr>
              <p:cNvSpPr/>
              <p:nvPr/>
            </p:nvSpPr>
            <p:spPr>
              <a:xfrm rot="-391200">
                <a:off x="3954960" y="1894320"/>
                <a:ext cx="649080" cy="649080"/>
              </a:xfrm>
              <a:custGeom>
                <a:avLst/>
                <a:gdLst/>
                <a:ahLst/>
                <a:cxnLst/>
                <a:rect l="l" t="t" r="r" b="b"/>
                <a:pathLst>
                  <a:path w="1744979" h="1744980" extrusionOk="0">
                    <a:moveTo>
                      <a:pt x="1478280" y="1500188"/>
                    </a:moveTo>
                    <a:cubicBezTo>
                      <a:pt x="1321118" y="1651635"/>
                      <a:pt x="1107758" y="1744980"/>
                      <a:pt x="872490" y="1744980"/>
                    </a:cubicBezTo>
                    <a:cubicBezTo>
                      <a:pt x="390525" y="1744980"/>
                      <a:pt x="0" y="1354455"/>
                      <a:pt x="0" y="872490"/>
                    </a:cubicBezTo>
                    <a:cubicBezTo>
                      <a:pt x="0" y="390525"/>
                      <a:pt x="390525" y="0"/>
                      <a:pt x="872490" y="0"/>
                    </a:cubicBezTo>
                    <a:cubicBezTo>
                      <a:pt x="1354455" y="0"/>
                      <a:pt x="1744980" y="390525"/>
                      <a:pt x="1744980" y="872490"/>
                    </a:cubicBezTo>
                    <a:moveTo>
                      <a:pt x="1619250" y="1323975"/>
                    </a:moveTo>
                    <a:cubicBezTo>
                      <a:pt x="1675448" y="1231583"/>
                      <a:pt x="1714500" y="1127760"/>
                      <a:pt x="1733550" y="1017270"/>
                    </a:cubicBezTo>
                  </a:path>
                </a:pathLst>
              </a:custGeom>
              <a:solidFill>
                <a:schemeClr val="lt1"/>
              </a:solidFill>
              <a:ln w="3492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endParaRPr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" name="Google Shape;193;p25">
                <a:extLst>
                  <a:ext uri="{FF2B5EF4-FFF2-40B4-BE49-F238E27FC236}">
                    <a16:creationId xmlns:a16="http://schemas.microsoft.com/office/drawing/2014/main" id="{C759943A-272C-91B9-BECC-A862BAD8F472}"/>
                  </a:ext>
                </a:extLst>
              </p:cNvPr>
              <p:cNvSpPr/>
              <p:nvPr/>
            </p:nvSpPr>
            <p:spPr>
              <a:xfrm>
                <a:off x="4017600" y="1945080"/>
                <a:ext cx="524880" cy="524880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spcFirstLastPara="1" wrap="square" lIns="90000" tIns="45000" rIns="90000" bIns="45000" anchor="ctr" anchorCtr="0">
                <a:noAutofit/>
              </a:bodyPr>
              <a:lstStyle/>
              <a:p>
                <a:pPr algn="ctr"/>
                <a:r>
                  <a:rPr lang="en-US" sz="3200" b="1" dirty="0">
                    <a:solidFill>
                      <a:srgbClr val="5B7D8C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 sz="32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" name="Google Shape;199;p25">
              <a:extLst>
                <a:ext uri="{FF2B5EF4-FFF2-40B4-BE49-F238E27FC236}">
                  <a16:creationId xmlns:a16="http://schemas.microsoft.com/office/drawing/2014/main" id="{8E7967B0-6DE3-5D2E-6C8C-6FC69AE12E8B}"/>
                </a:ext>
              </a:extLst>
            </p:cNvPr>
            <p:cNvSpPr/>
            <p:nvPr/>
          </p:nvSpPr>
          <p:spPr>
            <a:xfrm>
              <a:off x="4667533" y="4484047"/>
              <a:ext cx="5893905" cy="452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000" tIns="45000" rIns="90000" bIns="108000" anchor="b" anchorCtr="0">
              <a:noAutofit/>
            </a:bodyPr>
            <a:lstStyle/>
            <a:p>
              <a:pPr marL="84665">
                <a:lnSpc>
                  <a:spcPct val="115000"/>
                </a:lnSpc>
                <a:buClr>
                  <a:schemeClr val="dk1"/>
                </a:buClr>
                <a:buSzPts val="1800"/>
              </a:pPr>
              <a:r>
                <a:rPr lang="en-US" sz="2000" b="1" dirty="0">
                  <a:solidFill>
                    <a:schemeClr val="tx2"/>
                  </a:solidFill>
                  <a:latin typeface="Franklin Gothic Book" panose="020B0503020102020204" pitchFamily="34" charset="0"/>
                  <a:ea typeface="Century Gothic"/>
                  <a:cs typeface="Century Gothic"/>
                  <a:sym typeface="Century Gothic"/>
                </a:rPr>
                <a:t>Rendering Methods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6D395FB-D9AE-D973-4DD2-F974A0FD30BB}"/>
              </a:ext>
            </a:extLst>
          </p:cNvPr>
          <p:cNvGrpSpPr/>
          <p:nvPr/>
        </p:nvGrpSpPr>
        <p:grpSpPr>
          <a:xfrm>
            <a:off x="4114560" y="4017000"/>
            <a:ext cx="6612490" cy="718585"/>
            <a:chOff x="3948948" y="4264305"/>
            <a:chExt cx="6612490" cy="718585"/>
          </a:xfrm>
        </p:grpSpPr>
        <p:grpSp>
          <p:nvGrpSpPr>
            <p:cNvPr id="11" name="Google Shape;191;p25">
              <a:extLst>
                <a:ext uri="{FF2B5EF4-FFF2-40B4-BE49-F238E27FC236}">
                  <a16:creationId xmlns:a16="http://schemas.microsoft.com/office/drawing/2014/main" id="{47C4E948-4761-4CBA-BA84-10350D86C157}"/>
                </a:ext>
              </a:extLst>
            </p:cNvPr>
            <p:cNvGrpSpPr/>
            <p:nvPr/>
          </p:nvGrpSpPr>
          <p:grpSpPr>
            <a:xfrm>
              <a:off x="3948948" y="4264305"/>
              <a:ext cx="718585" cy="718585"/>
              <a:chOff x="3920208" y="1859568"/>
              <a:chExt cx="718585" cy="718585"/>
            </a:xfrm>
          </p:grpSpPr>
          <p:sp>
            <p:nvSpPr>
              <p:cNvPr id="13" name="Google Shape;192;p25">
                <a:extLst>
                  <a:ext uri="{FF2B5EF4-FFF2-40B4-BE49-F238E27FC236}">
                    <a16:creationId xmlns:a16="http://schemas.microsoft.com/office/drawing/2014/main" id="{0FBC5929-C0E6-0C8A-82A6-7CE6765135A9}"/>
                  </a:ext>
                </a:extLst>
              </p:cNvPr>
              <p:cNvSpPr/>
              <p:nvPr/>
            </p:nvSpPr>
            <p:spPr>
              <a:xfrm rot="-391200">
                <a:off x="3954960" y="1894320"/>
                <a:ext cx="649080" cy="649080"/>
              </a:xfrm>
              <a:custGeom>
                <a:avLst/>
                <a:gdLst/>
                <a:ahLst/>
                <a:cxnLst/>
                <a:rect l="l" t="t" r="r" b="b"/>
                <a:pathLst>
                  <a:path w="1744979" h="1744980" extrusionOk="0">
                    <a:moveTo>
                      <a:pt x="1478280" y="1500188"/>
                    </a:moveTo>
                    <a:cubicBezTo>
                      <a:pt x="1321118" y="1651635"/>
                      <a:pt x="1107758" y="1744980"/>
                      <a:pt x="872490" y="1744980"/>
                    </a:cubicBezTo>
                    <a:cubicBezTo>
                      <a:pt x="390525" y="1744980"/>
                      <a:pt x="0" y="1354455"/>
                      <a:pt x="0" y="872490"/>
                    </a:cubicBezTo>
                    <a:cubicBezTo>
                      <a:pt x="0" y="390525"/>
                      <a:pt x="390525" y="0"/>
                      <a:pt x="872490" y="0"/>
                    </a:cubicBezTo>
                    <a:cubicBezTo>
                      <a:pt x="1354455" y="0"/>
                      <a:pt x="1744980" y="390525"/>
                      <a:pt x="1744980" y="872490"/>
                    </a:cubicBezTo>
                    <a:moveTo>
                      <a:pt x="1619250" y="1323975"/>
                    </a:moveTo>
                    <a:cubicBezTo>
                      <a:pt x="1675448" y="1231583"/>
                      <a:pt x="1714500" y="1127760"/>
                      <a:pt x="1733550" y="1017270"/>
                    </a:cubicBezTo>
                  </a:path>
                </a:pathLst>
              </a:custGeom>
              <a:solidFill>
                <a:schemeClr val="lt1"/>
              </a:solidFill>
              <a:ln w="3492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endParaRPr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193;p25">
                <a:extLst>
                  <a:ext uri="{FF2B5EF4-FFF2-40B4-BE49-F238E27FC236}">
                    <a16:creationId xmlns:a16="http://schemas.microsoft.com/office/drawing/2014/main" id="{11736ADA-E391-4217-78F5-B008F167BBFE}"/>
                  </a:ext>
                </a:extLst>
              </p:cNvPr>
              <p:cNvSpPr/>
              <p:nvPr/>
            </p:nvSpPr>
            <p:spPr>
              <a:xfrm>
                <a:off x="4017600" y="1945080"/>
                <a:ext cx="524880" cy="524880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spcFirstLastPara="1" wrap="square" lIns="90000" tIns="45000" rIns="90000" bIns="45000" anchor="ctr" anchorCtr="0">
                <a:noAutofit/>
              </a:bodyPr>
              <a:lstStyle/>
              <a:p>
                <a:pPr algn="ctr"/>
                <a:r>
                  <a:rPr lang="en-US" sz="3200" b="1" dirty="0">
                    <a:solidFill>
                      <a:srgbClr val="5B7D8C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 sz="32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99;p25">
              <a:extLst>
                <a:ext uri="{FF2B5EF4-FFF2-40B4-BE49-F238E27FC236}">
                  <a16:creationId xmlns:a16="http://schemas.microsoft.com/office/drawing/2014/main" id="{1E98B3BB-241B-1951-822B-887978481CEE}"/>
                </a:ext>
              </a:extLst>
            </p:cNvPr>
            <p:cNvSpPr/>
            <p:nvPr/>
          </p:nvSpPr>
          <p:spPr>
            <a:xfrm>
              <a:off x="4667533" y="4484047"/>
              <a:ext cx="5893905" cy="452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000" tIns="45000" rIns="90000" bIns="108000" anchor="b" anchorCtr="0">
              <a:noAutofit/>
            </a:bodyPr>
            <a:lstStyle/>
            <a:p>
              <a:pPr marL="84665">
                <a:lnSpc>
                  <a:spcPct val="115000"/>
                </a:lnSpc>
                <a:buClr>
                  <a:schemeClr val="dk1"/>
                </a:buClr>
                <a:buSzPts val="1800"/>
              </a:pPr>
              <a:r>
                <a:rPr lang="en-US" sz="2000" b="1" dirty="0">
                  <a:solidFill>
                    <a:schemeClr val="tx2"/>
                  </a:solidFill>
                  <a:latin typeface="Franklin Gothic Book" panose="020B0503020102020204" pitchFamily="34" charset="0"/>
                  <a:ea typeface="Century Gothic"/>
                  <a:cs typeface="Century Gothic"/>
                  <a:sym typeface="Century Gothic"/>
                </a:rPr>
                <a:t>Example Reports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CCBB4-CD72-58CD-225B-28B474BED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75;p24">
            <a:extLst>
              <a:ext uri="{FF2B5EF4-FFF2-40B4-BE49-F238E27FC236}">
                <a16:creationId xmlns:a16="http://schemas.microsoft.com/office/drawing/2014/main" id="{7C594804-E5F0-2F5A-E8C6-1008EFF983A7}"/>
              </a:ext>
            </a:extLst>
          </p:cNvPr>
          <p:cNvSpPr txBox="1">
            <a:spLocks/>
          </p:cNvSpPr>
          <p:nvPr/>
        </p:nvSpPr>
        <p:spPr>
          <a:xfrm>
            <a:off x="695325" y="1216823"/>
            <a:ext cx="6148163" cy="441348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594" indent="-228594" algn="l" defTabSz="914377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42912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95328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57269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619210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tabLst>
                <a:tab pos="161921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dirty="0"/>
              <a:t>Quarto is an </a:t>
            </a:r>
            <a:r>
              <a:rPr lang="en-US" b="1" dirty="0"/>
              <a:t>open-source</a:t>
            </a:r>
            <a:r>
              <a:rPr lang="en-US" dirty="0"/>
              <a:t>, scientific and technical </a:t>
            </a:r>
            <a:r>
              <a:rPr lang="en-US" b="1" dirty="0"/>
              <a:t>publishing system</a:t>
            </a:r>
            <a:r>
              <a:rPr lang="en-US" dirty="0"/>
              <a:t>.</a:t>
            </a:r>
            <a:endParaRPr lang="en-US" b="1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lang="en-US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lang="en-US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dirty="0"/>
              <a:t>Create publications / reports with code!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lang="en-US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lang="en-US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dirty="0"/>
              <a:t>Can be </a:t>
            </a:r>
            <a:r>
              <a:rPr lang="en-US" b="1" dirty="0"/>
              <a:t>automated</a:t>
            </a:r>
            <a:r>
              <a:rPr lang="en-US" dirty="0"/>
              <a:t>!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37DACE-084C-54A6-0BD2-30FC4E92C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685" y="288610"/>
            <a:ext cx="10243457" cy="788191"/>
          </a:xfrm>
        </p:spPr>
        <p:txBody>
          <a:bodyPr>
            <a:normAutofit/>
          </a:bodyPr>
          <a:lstStyle/>
          <a:p>
            <a:r>
              <a:rPr lang="en-US" dirty="0"/>
              <a:t>Quarto Overview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7378B2-4279-FFE2-C66B-E6DAAAECD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3E92F0-561A-E336-A80E-D28E356EF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67747-A1D0-4850-AF9A-570B1A0E3F7F}" type="slidenum">
              <a:rPr lang="en-US" smtClean="0"/>
              <a:pPr/>
              <a:t>4</a:t>
            </a:fld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C851B79-DCD0-32DD-3060-7D8F5522F94D}"/>
              </a:ext>
            </a:extLst>
          </p:cNvPr>
          <p:cNvGrpSpPr/>
          <p:nvPr/>
        </p:nvGrpSpPr>
        <p:grpSpPr>
          <a:xfrm>
            <a:off x="8682716" y="1216823"/>
            <a:ext cx="1270725" cy="1249680"/>
            <a:chOff x="8780055" y="2179320"/>
            <a:chExt cx="1270725" cy="1249680"/>
          </a:xfrm>
        </p:grpSpPr>
        <p:pic>
          <p:nvPicPr>
            <p:cNvPr id="7" name="Graphic 6" descr="Paper with solid fill">
              <a:extLst>
                <a:ext uri="{FF2B5EF4-FFF2-40B4-BE49-F238E27FC236}">
                  <a16:creationId xmlns:a16="http://schemas.microsoft.com/office/drawing/2014/main" id="{E536317A-764F-A2CA-841F-A28A523CC2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801100" y="2179320"/>
              <a:ext cx="1249680" cy="124968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0BD4BED-47AD-08C0-016E-8EC4EBC59223}"/>
                </a:ext>
              </a:extLst>
            </p:cNvPr>
            <p:cNvSpPr txBox="1"/>
            <p:nvPr/>
          </p:nvSpPr>
          <p:spPr>
            <a:xfrm>
              <a:off x="8780055" y="2635374"/>
              <a:ext cx="1270725" cy="788191"/>
            </a:xfrm>
            <a:prstGeom prst="rect">
              <a:avLst/>
            </a:prstGeom>
            <a:noFill/>
          </p:spPr>
          <p:txBody>
            <a:bodyPr wrap="none" bIns="45720" rtlCol="0">
              <a:noAutofit/>
            </a:bodyPr>
            <a:lstStyle/>
            <a:p>
              <a:pPr algn="ctr">
                <a:buClr>
                  <a:schemeClr val="accent1"/>
                </a:buClr>
              </a:pPr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&lt;/&gt;</a:t>
              </a:r>
            </a:p>
            <a:p>
              <a:pPr algn="ctr">
                <a:buClr>
                  <a:schemeClr val="accent1"/>
                </a:buClr>
              </a:pPr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Code</a:t>
              </a:r>
            </a:p>
          </p:txBody>
        </p:sp>
      </p:grpSp>
      <p:pic>
        <p:nvPicPr>
          <p:cNvPr id="9" name="Graphic 8" descr="Paper with solid fill">
            <a:extLst>
              <a:ext uri="{FF2B5EF4-FFF2-40B4-BE49-F238E27FC236}">
                <a16:creationId xmlns:a16="http://schemas.microsoft.com/office/drawing/2014/main" id="{8174FDE6-D3BB-5AEB-DB5D-41A5EB12EA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22284" y="3472797"/>
            <a:ext cx="1249680" cy="12496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A8186C0-85FA-1A18-4E6C-14E7D831F3BC}"/>
              </a:ext>
            </a:extLst>
          </p:cNvPr>
          <p:cNvSpPr txBox="1"/>
          <p:nvPr/>
        </p:nvSpPr>
        <p:spPr>
          <a:xfrm>
            <a:off x="7258414" y="4012232"/>
            <a:ext cx="777420" cy="365125"/>
          </a:xfrm>
          <a:prstGeom prst="rect">
            <a:avLst/>
          </a:prstGeom>
          <a:noFill/>
        </p:spPr>
        <p:txBody>
          <a:bodyPr wrap="none" bIns="45720" rtlCol="0">
            <a:noAutofit/>
          </a:bodyPr>
          <a:lstStyle/>
          <a:p>
            <a:pPr algn="ctr">
              <a:buClr>
                <a:schemeClr val="accent1"/>
              </a:buClr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PDF</a:t>
            </a:r>
          </a:p>
        </p:txBody>
      </p:sp>
      <p:pic>
        <p:nvPicPr>
          <p:cNvPr id="11" name="Graphic 10" descr="Paper with solid fill">
            <a:extLst>
              <a:ext uri="{FF2B5EF4-FFF2-40B4-BE49-F238E27FC236}">
                <a16:creationId xmlns:a16="http://schemas.microsoft.com/office/drawing/2014/main" id="{B9C617CE-CF21-8841-0E63-126C1E24307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93241" y="3472797"/>
            <a:ext cx="1249680" cy="124968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7491AA4-CE77-39BA-9879-DD9CA26406A3}"/>
              </a:ext>
            </a:extLst>
          </p:cNvPr>
          <p:cNvSpPr txBox="1"/>
          <p:nvPr/>
        </p:nvSpPr>
        <p:spPr>
          <a:xfrm>
            <a:off x="8802161" y="3926663"/>
            <a:ext cx="1031839" cy="646331"/>
          </a:xfrm>
          <a:prstGeom prst="rect">
            <a:avLst/>
          </a:prstGeom>
          <a:noFill/>
        </p:spPr>
        <p:txBody>
          <a:bodyPr wrap="square" bIns="45720" rtlCol="0">
            <a:spAutoFit/>
          </a:bodyPr>
          <a:lstStyle/>
          <a:p>
            <a:pPr algn="ctr">
              <a:buClr>
                <a:schemeClr val="accent1"/>
              </a:buClr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Word Doc</a:t>
            </a:r>
          </a:p>
        </p:txBody>
      </p:sp>
      <p:pic>
        <p:nvPicPr>
          <p:cNvPr id="13" name="Graphic 12" descr="Paper with solid fill">
            <a:extLst>
              <a:ext uri="{FF2B5EF4-FFF2-40B4-BE49-F238E27FC236}">
                <a16:creationId xmlns:a16="http://schemas.microsoft.com/office/drawing/2014/main" id="{74705F6C-4B7A-4911-EE28-D985F15F9CF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46994" y="3472797"/>
            <a:ext cx="1249680" cy="124968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B9020E0-FABB-520A-3617-4C019C7698BE}"/>
              </a:ext>
            </a:extLst>
          </p:cNvPr>
          <p:cNvSpPr txBox="1"/>
          <p:nvPr/>
        </p:nvSpPr>
        <p:spPr>
          <a:xfrm>
            <a:off x="10422694" y="4042302"/>
            <a:ext cx="898279" cy="369332"/>
          </a:xfrm>
          <a:prstGeom prst="rect">
            <a:avLst/>
          </a:prstGeom>
          <a:noFill/>
        </p:spPr>
        <p:txBody>
          <a:bodyPr wrap="square" bIns="45720" rtlCol="0">
            <a:spAutoFit/>
          </a:bodyPr>
          <a:lstStyle/>
          <a:p>
            <a:pPr algn="ctr">
              <a:buClr>
                <a:schemeClr val="accent1"/>
              </a:buClr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HTML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DCD84DF-084B-5D0C-B80C-25D6DF36C082}"/>
              </a:ext>
            </a:extLst>
          </p:cNvPr>
          <p:cNvSpPr/>
          <p:nvPr/>
        </p:nvSpPr>
        <p:spPr>
          <a:xfrm>
            <a:off x="7534276" y="3350011"/>
            <a:ext cx="225695" cy="2256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ctr"/>
          <a:lstStyle/>
          <a:p>
            <a:pPr algn="ctr">
              <a:spcAft>
                <a:spcPts val="600"/>
              </a:spcAft>
            </a:pP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1714F7B-42FE-1F4B-D376-673EBE2AA132}"/>
              </a:ext>
            </a:extLst>
          </p:cNvPr>
          <p:cNvSpPr/>
          <p:nvPr/>
        </p:nvSpPr>
        <p:spPr>
          <a:xfrm>
            <a:off x="9205232" y="3350011"/>
            <a:ext cx="225695" cy="2256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ctr"/>
          <a:lstStyle/>
          <a:p>
            <a:pPr algn="ctr">
              <a:spcAft>
                <a:spcPts val="600"/>
              </a:spcAft>
            </a:pP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3B3712F-94CA-06EC-FFBA-B721A3544C53}"/>
              </a:ext>
            </a:extLst>
          </p:cNvPr>
          <p:cNvSpPr/>
          <p:nvPr/>
        </p:nvSpPr>
        <p:spPr>
          <a:xfrm>
            <a:off x="10758985" y="3350011"/>
            <a:ext cx="225695" cy="2256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ctr"/>
          <a:lstStyle/>
          <a:p>
            <a:pPr algn="ctr">
              <a:spcAft>
                <a:spcPts val="600"/>
              </a:spcAft>
            </a:pP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EC040E2-1E28-2489-2BED-867C8E1262FA}"/>
              </a:ext>
            </a:extLst>
          </p:cNvPr>
          <p:cNvSpPr/>
          <p:nvPr/>
        </p:nvSpPr>
        <p:spPr>
          <a:xfrm>
            <a:off x="9205232" y="2367518"/>
            <a:ext cx="225695" cy="2256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ctr"/>
          <a:lstStyle/>
          <a:p>
            <a:pPr algn="ctr">
              <a:spcAft>
                <a:spcPts val="600"/>
              </a:spcAft>
            </a:pPr>
            <a:endParaRPr lang="en-US" dirty="0"/>
          </a:p>
        </p:txBody>
      </p: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50B27010-B841-6CB4-9EFE-E4FF02355A64}"/>
              </a:ext>
            </a:extLst>
          </p:cNvPr>
          <p:cNvCxnSpPr>
            <a:cxnSpLocks/>
            <a:stCxn id="19" idx="2"/>
            <a:endCxn id="16" idx="0"/>
          </p:cNvCxnSpPr>
          <p:nvPr/>
        </p:nvCxnSpPr>
        <p:spPr>
          <a:xfrm rot="5400000">
            <a:off x="8104203" y="2136134"/>
            <a:ext cx="756798" cy="1670956"/>
          </a:xfrm>
          <a:prstGeom prst="bentConnector3">
            <a:avLst>
              <a:gd name="adj1" fmla="val 50000"/>
            </a:avLst>
          </a:prstGeom>
          <a:ln w="63500" cap="rnd">
            <a:solidFill>
              <a:schemeClr val="tx1">
                <a:lumMod val="75000"/>
                <a:lumOff val="25000"/>
              </a:schemeClr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578A20EC-0687-D77E-EA50-89EAEFAB3698}"/>
              </a:ext>
            </a:extLst>
          </p:cNvPr>
          <p:cNvCxnSpPr>
            <a:cxnSpLocks/>
            <a:stCxn id="19" idx="2"/>
            <a:endCxn id="18" idx="0"/>
          </p:cNvCxnSpPr>
          <p:nvPr/>
        </p:nvCxnSpPr>
        <p:spPr>
          <a:xfrm rot="16200000" flipH="1">
            <a:off x="9716557" y="2194735"/>
            <a:ext cx="756798" cy="1553753"/>
          </a:xfrm>
          <a:prstGeom prst="bentConnector3">
            <a:avLst>
              <a:gd name="adj1" fmla="val 50000"/>
            </a:avLst>
          </a:prstGeom>
          <a:ln w="63500" cap="rnd">
            <a:solidFill>
              <a:schemeClr val="tx1">
                <a:lumMod val="75000"/>
                <a:lumOff val="25000"/>
              </a:schemeClr>
            </a:solidFill>
            <a:round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6AC4BA2-3D90-B458-8C6F-BBA914C72FBD}"/>
              </a:ext>
            </a:extLst>
          </p:cNvPr>
          <p:cNvCxnSpPr>
            <a:cxnSpLocks/>
            <a:stCxn id="19" idx="2"/>
            <a:endCxn id="17" idx="0"/>
          </p:cNvCxnSpPr>
          <p:nvPr/>
        </p:nvCxnSpPr>
        <p:spPr>
          <a:xfrm>
            <a:off x="9318080" y="2593213"/>
            <a:ext cx="0" cy="756798"/>
          </a:xfrm>
          <a:prstGeom prst="line">
            <a:avLst/>
          </a:prstGeom>
          <a:ln w="63500" cap="rnd">
            <a:solidFill>
              <a:schemeClr val="tx1">
                <a:lumMod val="75000"/>
                <a:lumOff val="25000"/>
              </a:schemeClr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167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259BA-FADE-79C5-4516-2BBE1FA56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75;p24">
            <a:extLst>
              <a:ext uri="{FF2B5EF4-FFF2-40B4-BE49-F238E27FC236}">
                <a16:creationId xmlns:a16="http://schemas.microsoft.com/office/drawing/2014/main" id="{EE1705F4-3FE0-D22C-CCB5-DB2CD0898D1A}"/>
              </a:ext>
            </a:extLst>
          </p:cNvPr>
          <p:cNvSpPr txBox="1">
            <a:spLocks/>
          </p:cNvSpPr>
          <p:nvPr/>
        </p:nvSpPr>
        <p:spPr>
          <a:xfrm>
            <a:off x="838547" y="1422309"/>
            <a:ext cx="4907498" cy="225664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594" indent="-228594" algn="l" defTabSz="914377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42912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95328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57269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619210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tabLst>
                <a:tab pos="161921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dirty="0"/>
              <a:t>Many types of media can be produced:</a:t>
            </a:r>
          </a:p>
          <a:p>
            <a:pPr>
              <a:spcBef>
                <a:spcPts val="0"/>
              </a:spcBef>
              <a:spcAft>
                <a:spcPts val="0"/>
              </a:spcAft>
              <a:buSzPts val="2400"/>
              <a:buFontTx/>
              <a:buChar char="-"/>
            </a:pPr>
            <a:r>
              <a:rPr lang="en-US" dirty="0"/>
              <a:t>Documents (</a:t>
            </a:r>
            <a:r>
              <a:rPr lang="en-US" b="1" dirty="0"/>
              <a:t>articles </a:t>
            </a:r>
            <a:r>
              <a:rPr lang="en-US" dirty="0"/>
              <a:t>/</a:t>
            </a:r>
            <a:r>
              <a:rPr lang="en-US" b="1" dirty="0"/>
              <a:t> reports</a:t>
            </a:r>
            <a:r>
              <a:rPr lang="en-US" dirty="0"/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  <a:buSzPts val="2400"/>
              <a:buFontTx/>
              <a:buChar char="-"/>
            </a:pPr>
            <a:r>
              <a:rPr lang="en-US" dirty="0"/>
              <a:t>Presentations</a:t>
            </a:r>
          </a:p>
          <a:p>
            <a:pPr>
              <a:spcBef>
                <a:spcPts val="0"/>
              </a:spcBef>
              <a:spcAft>
                <a:spcPts val="0"/>
              </a:spcAft>
              <a:buSzPts val="2400"/>
              <a:buFontTx/>
              <a:buChar char="-"/>
            </a:pPr>
            <a:r>
              <a:rPr lang="en-US" dirty="0"/>
              <a:t>Websites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83F7DE-E9BA-FF4F-7C8A-6AF5EADEC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685" y="288610"/>
            <a:ext cx="10243457" cy="788191"/>
          </a:xfrm>
        </p:spPr>
        <p:txBody>
          <a:bodyPr>
            <a:normAutofit/>
          </a:bodyPr>
          <a:lstStyle/>
          <a:p>
            <a:r>
              <a:rPr lang="en-US" dirty="0"/>
              <a:t>Quarto Overview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F20BCA-4C93-CE59-0096-6E59ECBE6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B3548-49D3-44F3-0395-77FCCB7F4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67747-A1D0-4850-AF9A-570B1A0E3F7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CDBAEF-9AF1-0213-8D2B-C56F6DCF63B0}"/>
              </a:ext>
            </a:extLst>
          </p:cNvPr>
          <p:cNvSpPr txBox="1"/>
          <p:nvPr/>
        </p:nvSpPr>
        <p:spPr>
          <a:xfrm>
            <a:off x="6199413" y="3678954"/>
            <a:ext cx="54079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quarto.org</a:t>
            </a:r>
            <a:r>
              <a:rPr lang="en-US" sz="1200" dirty="0"/>
              <a:t>/docs/gallery/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B57D8E4-1FAC-19F7-E7E0-6B0F4182AB2B}"/>
              </a:ext>
            </a:extLst>
          </p:cNvPr>
          <p:cNvGrpSpPr/>
          <p:nvPr/>
        </p:nvGrpSpPr>
        <p:grpSpPr>
          <a:xfrm>
            <a:off x="6048261" y="436093"/>
            <a:ext cx="5572791" cy="3232022"/>
            <a:chOff x="4253465" y="2172756"/>
            <a:chExt cx="6937543" cy="4023530"/>
          </a:xfrm>
        </p:grpSpPr>
        <p:pic>
          <p:nvPicPr>
            <p:cNvPr id="10" name="Picture 9" descr="A document with text on it&#10;&#10;AI-generated content may be incorrect.">
              <a:extLst>
                <a:ext uri="{FF2B5EF4-FFF2-40B4-BE49-F238E27FC236}">
                  <a16:creationId xmlns:a16="http://schemas.microsoft.com/office/drawing/2014/main" id="{E7C758AD-7A90-EB84-274A-B56265B5BF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18539" y="2172756"/>
              <a:ext cx="2272469" cy="1971355"/>
            </a:xfrm>
            <a:prstGeom prst="rect">
              <a:avLst/>
            </a:prstGeom>
          </p:spPr>
        </p:pic>
        <p:pic>
          <p:nvPicPr>
            <p:cNvPr id="12" name="Picture 11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9E302C61-2174-66D5-50C1-BF7E1F2D8F1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35643" y="4224931"/>
              <a:ext cx="2238261" cy="1971355"/>
            </a:xfrm>
            <a:prstGeom prst="rect">
              <a:avLst/>
            </a:prstGeom>
          </p:spPr>
        </p:pic>
        <p:pic>
          <p:nvPicPr>
            <p:cNvPr id="15" name="Picture 14" descr="A screenshot of a web publishing&#10;&#10;AI-generated content may be incorrect.">
              <a:extLst>
                <a:ext uri="{FF2B5EF4-FFF2-40B4-BE49-F238E27FC236}">
                  <a16:creationId xmlns:a16="http://schemas.microsoft.com/office/drawing/2014/main" id="{F60F9E1C-4102-A9F3-0F16-0585E719A45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53465" y="2172756"/>
              <a:ext cx="4611876" cy="4023530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C70CC3E7-D887-A050-3775-7310C4767210}"/>
              </a:ext>
            </a:extLst>
          </p:cNvPr>
          <p:cNvGrpSpPr/>
          <p:nvPr/>
        </p:nvGrpSpPr>
        <p:grpSpPr>
          <a:xfrm>
            <a:off x="5995459" y="4373005"/>
            <a:ext cx="5815807" cy="1583550"/>
            <a:chOff x="5995459" y="4373005"/>
            <a:chExt cx="5815807" cy="1583550"/>
          </a:xfrm>
        </p:grpSpPr>
        <p:sp>
          <p:nvSpPr>
            <p:cNvPr id="49" name="Rounded Rectangle 48">
              <a:extLst>
                <a:ext uri="{FF2B5EF4-FFF2-40B4-BE49-F238E27FC236}">
                  <a16:creationId xmlns:a16="http://schemas.microsoft.com/office/drawing/2014/main" id="{04A8A4D8-3562-8B89-0E6C-E48B014FC822}"/>
                </a:ext>
              </a:extLst>
            </p:cNvPr>
            <p:cNvSpPr/>
            <p:nvPr/>
          </p:nvSpPr>
          <p:spPr>
            <a:xfrm>
              <a:off x="5995459" y="4373005"/>
              <a:ext cx="5815807" cy="1583550"/>
            </a:xfrm>
            <a:prstGeom prst="roundRect">
              <a:avLst/>
            </a:prstGeom>
            <a:solidFill>
              <a:schemeClr val="bg1"/>
            </a:solidFill>
            <a:ln w="635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bIns="72000" rtlCol="0" anchor="ctr"/>
            <a:lstStyle/>
            <a:p>
              <a:pPr algn="ctr">
                <a:spcAft>
                  <a:spcPts val="600"/>
                </a:spcAft>
              </a:pPr>
              <a:endParaRPr lang="en-US" dirty="0"/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3D75FA3B-594F-0E6D-F33A-D67D5D53E101}"/>
                </a:ext>
              </a:extLst>
            </p:cNvPr>
            <p:cNvGrpSpPr/>
            <p:nvPr/>
          </p:nvGrpSpPr>
          <p:grpSpPr>
            <a:xfrm>
              <a:off x="6199413" y="4572032"/>
              <a:ext cx="5011948" cy="1230152"/>
              <a:chOff x="1414978" y="4806273"/>
              <a:chExt cx="5011948" cy="1230152"/>
            </a:xfrm>
          </p:grpSpPr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E3DE5E6F-CB3D-F84B-0DE8-28A117CBBD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92296" y="5407008"/>
                <a:ext cx="1975579" cy="0"/>
              </a:xfrm>
              <a:prstGeom prst="straightConnector1">
                <a:avLst/>
              </a:prstGeom>
              <a:ln w="63500" cap="rnd">
                <a:solidFill>
                  <a:schemeClr val="tx1">
                    <a:lumMod val="75000"/>
                    <a:lumOff val="25000"/>
                  </a:schemeClr>
                </a:solidFill>
                <a:round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Rounded Rectangle 31">
                <a:extLst>
                  <a:ext uri="{FF2B5EF4-FFF2-40B4-BE49-F238E27FC236}">
                    <a16:creationId xmlns:a16="http://schemas.microsoft.com/office/drawing/2014/main" id="{01CDF7AE-9CDD-BD37-C625-6232D8FBDA12}"/>
                  </a:ext>
                </a:extLst>
              </p:cNvPr>
              <p:cNvSpPr/>
              <p:nvPr/>
            </p:nvSpPr>
            <p:spPr>
              <a:xfrm>
                <a:off x="3662394" y="5222343"/>
                <a:ext cx="1201469" cy="369332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72000" bIns="72000" rtlCol="0" anchor="ctr"/>
              <a:lstStyle/>
              <a:p>
                <a:pPr algn="ctr">
                  <a:spcAft>
                    <a:spcPts val="600"/>
                  </a:spcAft>
                </a:pPr>
                <a:endParaRPr lang="en-US" dirty="0"/>
              </a:p>
            </p:txBody>
          </p:sp>
          <p:sp>
            <p:nvSpPr>
              <p:cNvPr id="40" name="Arc 39">
                <a:extLst>
                  <a:ext uri="{FF2B5EF4-FFF2-40B4-BE49-F238E27FC236}">
                    <a16:creationId xmlns:a16="http://schemas.microsoft.com/office/drawing/2014/main" id="{5796A96D-798F-49C3-F0CC-F7C8B14C79B3}"/>
                  </a:ext>
                </a:extLst>
              </p:cNvPr>
              <p:cNvSpPr/>
              <p:nvPr/>
            </p:nvSpPr>
            <p:spPr>
              <a:xfrm>
                <a:off x="3661009" y="4834956"/>
                <a:ext cx="1201469" cy="1201469"/>
              </a:xfrm>
              <a:prstGeom prst="arc">
                <a:avLst>
                  <a:gd name="adj1" fmla="val 10800000"/>
                  <a:gd name="adj2" fmla="val 20776576"/>
                </a:avLst>
              </a:prstGeom>
              <a:ln w="63500">
                <a:solidFill>
                  <a:schemeClr val="tx1">
                    <a:lumMod val="75000"/>
                    <a:lumOff val="2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ounded Rectangle 42">
                <a:extLst>
                  <a:ext uri="{FF2B5EF4-FFF2-40B4-BE49-F238E27FC236}">
                    <a16:creationId xmlns:a16="http://schemas.microsoft.com/office/drawing/2014/main" id="{50AA8B44-B38E-A780-9BA4-0E601EFE22C0}"/>
                  </a:ext>
                </a:extLst>
              </p:cNvPr>
              <p:cNvSpPr/>
              <p:nvPr/>
            </p:nvSpPr>
            <p:spPr>
              <a:xfrm>
                <a:off x="3714513" y="5239118"/>
                <a:ext cx="1092727" cy="335776"/>
              </a:xfrm>
              <a:prstGeom prst="roundRect">
                <a:avLst/>
              </a:prstGeom>
              <a:solidFill>
                <a:schemeClr val="accent3">
                  <a:lumMod val="75000"/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72000" bIns="72000" rtlCol="0" anchor="ctr"/>
              <a:lstStyle/>
              <a:p>
                <a:pPr algn="ctr">
                  <a:spcAft>
                    <a:spcPts val="600"/>
                  </a:spcAft>
                </a:pPr>
                <a:endParaRPr lang="en-US" dirty="0"/>
              </a:p>
            </p:txBody>
          </p:sp>
          <p:sp>
            <p:nvSpPr>
              <p:cNvPr id="41" name="Arc 40">
                <a:extLst>
                  <a:ext uri="{FF2B5EF4-FFF2-40B4-BE49-F238E27FC236}">
                    <a16:creationId xmlns:a16="http://schemas.microsoft.com/office/drawing/2014/main" id="{998B5F78-4180-5059-D70D-6A1B4F704AC3}"/>
                  </a:ext>
                </a:extLst>
              </p:cNvPr>
              <p:cNvSpPr/>
              <p:nvPr/>
            </p:nvSpPr>
            <p:spPr>
              <a:xfrm flipV="1">
                <a:off x="3661008" y="4806273"/>
                <a:ext cx="1201469" cy="1201469"/>
              </a:xfrm>
              <a:prstGeom prst="arc">
                <a:avLst>
                  <a:gd name="adj1" fmla="val 11438389"/>
                  <a:gd name="adj2" fmla="val 173694"/>
                </a:avLst>
              </a:prstGeom>
              <a:ln w="63500">
                <a:solidFill>
                  <a:schemeClr val="tx1">
                    <a:lumMod val="75000"/>
                    <a:lumOff val="25000"/>
                  </a:schemeClr>
                </a:solidFill>
                <a:head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ounded Rectangle 41">
                <a:extLst>
                  <a:ext uri="{FF2B5EF4-FFF2-40B4-BE49-F238E27FC236}">
                    <a16:creationId xmlns:a16="http://schemas.microsoft.com/office/drawing/2014/main" id="{448687AB-1C88-6102-B10E-5C5435E20BC0}"/>
                  </a:ext>
                </a:extLst>
              </p:cNvPr>
              <p:cNvSpPr/>
              <p:nvPr/>
            </p:nvSpPr>
            <p:spPr>
              <a:xfrm>
                <a:off x="1479395" y="5239118"/>
                <a:ext cx="1593188" cy="335776"/>
              </a:xfrm>
              <a:prstGeom prst="roundRect">
                <a:avLst/>
              </a:prstGeom>
              <a:solidFill>
                <a:schemeClr val="accent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72000" bIns="72000" rtlCol="0" anchor="ctr"/>
              <a:lstStyle/>
              <a:p>
                <a:pPr algn="ctr">
                  <a:spcAft>
                    <a:spcPts val="600"/>
                  </a:spcAft>
                </a:pPr>
                <a:endParaRPr lang="en-US" dirty="0"/>
              </a:p>
            </p:txBody>
          </p:sp>
          <p:sp>
            <p:nvSpPr>
              <p:cNvPr id="44" name="Rounded Rectangle 43">
                <a:extLst>
                  <a:ext uri="{FF2B5EF4-FFF2-40B4-BE49-F238E27FC236}">
                    <a16:creationId xmlns:a16="http://schemas.microsoft.com/office/drawing/2014/main" id="{D47FD55A-376D-064B-A3C1-F921C42D7F4F}"/>
                  </a:ext>
                </a:extLst>
              </p:cNvPr>
              <p:cNvSpPr/>
              <p:nvPr/>
            </p:nvSpPr>
            <p:spPr>
              <a:xfrm>
                <a:off x="5490828" y="5231133"/>
                <a:ext cx="799942" cy="335776"/>
              </a:xfrm>
              <a:prstGeom prst="roundRect">
                <a:avLst/>
              </a:prstGeom>
              <a:solidFill>
                <a:schemeClr val="accent5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72000" bIns="72000" rtlCol="0" anchor="ctr"/>
              <a:lstStyle/>
              <a:p>
                <a:pPr algn="ctr">
                  <a:spcAft>
                    <a:spcPts val="600"/>
                  </a:spcAft>
                </a:pPr>
                <a:endParaRPr lang="en-US" dirty="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ACBFE63-B4F3-4FCE-C7BB-ABC8E4A71E1D}"/>
                  </a:ext>
                </a:extLst>
              </p:cNvPr>
              <p:cNvSpPr txBox="1"/>
              <p:nvPr/>
            </p:nvSpPr>
            <p:spPr>
              <a:xfrm>
                <a:off x="3581586" y="5176174"/>
                <a:ext cx="136031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ctr">
                  <a:spcBef>
                    <a:spcPts val="0"/>
                  </a:spcBef>
                  <a:spcAft>
                    <a:spcPts val="0"/>
                  </a:spcAft>
                  <a:buSzPts val="2400"/>
                  <a:buNone/>
                </a:pPr>
                <a:r>
                  <a:rPr lang="en-US" sz="2400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Pandoc</a:t>
                </a:r>
                <a:endParaRPr lang="en-US" sz="24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3E3BB4B-7D6B-52A8-9D46-72669041836C}"/>
                  </a:ext>
                </a:extLst>
              </p:cNvPr>
              <p:cNvSpPr txBox="1"/>
              <p:nvPr/>
            </p:nvSpPr>
            <p:spPr>
              <a:xfrm>
                <a:off x="1414978" y="5176174"/>
                <a:ext cx="173267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ctr">
                  <a:spcBef>
                    <a:spcPts val="0"/>
                  </a:spcBef>
                  <a:spcAft>
                    <a:spcPts val="0"/>
                  </a:spcAft>
                  <a:buSzPts val="2400"/>
                  <a:buNone/>
                </a:pPr>
                <a:r>
                  <a:rPr lang="en-US" sz="24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Markdown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D0302B8-F5A0-36F3-8203-F539170E6C71}"/>
                  </a:ext>
                </a:extLst>
              </p:cNvPr>
              <p:cNvSpPr txBox="1"/>
              <p:nvPr/>
            </p:nvSpPr>
            <p:spPr>
              <a:xfrm>
                <a:off x="5371481" y="5176176"/>
                <a:ext cx="105544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ctr">
                  <a:spcBef>
                    <a:spcPts val="0"/>
                  </a:spcBef>
                  <a:spcAft>
                    <a:spcPts val="0"/>
                  </a:spcAft>
                  <a:buSzPts val="2400"/>
                  <a:buNone/>
                </a:pPr>
                <a:r>
                  <a:rPr lang="en-US" sz="24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HTML</a:t>
                </a:r>
              </a:p>
            </p:txBody>
          </p:sp>
        </p:grp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9FBF0CFB-07A2-532F-4121-92ED4E2921F6}"/>
              </a:ext>
            </a:extLst>
          </p:cNvPr>
          <p:cNvSpPr txBox="1"/>
          <p:nvPr/>
        </p:nvSpPr>
        <p:spPr>
          <a:xfrm>
            <a:off x="827896" y="4749281"/>
            <a:ext cx="492693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 dirty="0"/>
              <a:t>Markdown and ”</a:t>
            </a:r>
            <a:r>
              <a:rPr lang="en-US" sz="2400" dirty="0" err="1"/>
              <a:t>shortcodes</a:t>
            </a:r>
            <a:r>
              <a:rPr lang="en-US" sz="2400" dirty="0"/>
              <a:t>” converted to HTML via </a:t>
            </a:r>
            <a:r>
              <a:rPr lang="en-US" sz="2400" dirty="0" err="1"/>
              <a:t>Pandoc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16781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AD03898-84C5-26AC-6E6C-1AE165D6C923}"/>
              </a:ext>
            </a:extLst>
          </p:cNvPr>
          <p:cNvSpPr txBox="1">
            <a:spLocks/>
          </p:cNvSpPr>
          <p:nvPr/>
        </p:nvSpPr>
        <p:spPr>
          <a:xfrm>
            <a:off x="2106386" y="3378201"/>
            <a:ext cx="7772400" cy="8763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Markdown Basics</a:t>
            </a:r>
          </a:p>
        </p:txBody>
      </p:sp>
    </p:spTree>
    <p:extLst>
      <p:ext uri="{BB962C8B-B14F-4D97-AF65-F5344CB8AC3E}">
        <p14:creationId xmlns:p14="http://schemas.microsoft.com/office/powerpoint/2010/main" val="549054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A15A4-7F73-444E-B100-23DFEEA01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75;p24">
            <a:extLst>
              <a:ext uri="{FF2B5EF4-FFF2-40B4-BE49-F238E27FC236}">
                <a16:creationId xmlns:a16="http://schemas.microsoft.com/office/drawing/2014/main" id="{60E30829-ACE7-04F3-C5EF-EC4C959CD974}"/>
              </a:ext>
            </a:extLst>
          </p:cNvPr>
          <p:cNvSpPr txBox="1">
            <a:spLocks/>
          </p:cNvSpPr>
          <p:nvPr/>
        </p:nvSpPr>
        <p:spPr>
          <a:xfrm>
            <a:off x="695324" y="1216823"/>
            <a:ext cx="4937759" cy="161112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594" indent="-228594" algn="l" defTabSz="914377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42912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95328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57269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619210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tabLst>
                <a:tab pos="161921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800" dirty="0"/>
              <a:t>Markdown - format media (text, images, etc.,) using plain text.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lang="en-US" sz="28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lang="en-US" sz="28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lang="en-US" sz="2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33189-90F5-0ADB-2C53-136553DE3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685" y="288610"/>
            <a:ext cx="10243457" cy="788191"/>
          </a:xfrm>
        </p:spPr>
        <p:txBody>
          <a:bodyPr>
            <a:normAutofit/>
          </a:bodyPr>
          <a:lstStyle/>
          <a:p>
            <a:r>
              <a:rPr lang="en-US" dirty="0"/>
              <a:t>Markdown Basics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A810B4-9C17-249C-F51B-7C09FC0A1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CBD211-888A-38E9-EE07-DE39DD0E7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67747-A1D0-4850-AF9A-570B1A0E3F7F}" type="slidenum">
              <a:rPr lang="en-US" smtClean="0"/>
              <a:pPr/>
              <a:t>7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E314541-AC04-E4C4-BBB7-F9C49A40A1EF}"/>
              </a:ext>
            </a:extLst>
          </p:cNvPr>
          <p:cNvGrpSpPr/>
          <p:nvPr/>
        </p:nvGrpSpPr>
        <p:grpSpPr>
          <a:xfrm>
            <a:off x="6417086" y="1248271"/>
            <a:ext cx="5185307" cy="1411875"/>
            <a:chOff x="5995459" y="4373005"/>
            <a:chExt cx="5815807" cy="1583550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98DA49A5-22DD-70FF-709F-F2C91E31E7F3}"/>
                </a:ext>
              </a:extLst>
            </p:cNvPr>
            <p:cNvSpPr/>
            <p:nvPr/>
          </p:nvSpPr>
          <p:spPr>
            <a:xfrm>
              <a:off x="5995459" y="4373005"/>
              <a:ext cx="5815807" cy="1583550"/>
            </a:xfrm>
            <a:prstGeom prst="roundRect">
              <a:avLst/>
            </a:prstGeom>
            <a:solidFill>
              <a:schemeClr val="bg1"/>
            </a:solidFill>
            <a:ln w="635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bIns="72000" rtlCol="0" anchor="ctr"/>
            <a:lstStyle/>
            <a:p>
              <a:pPr algn="ctr">
                <a:spcAft>
                  <a:spcPts val="600"/>
                </a:spcAft>
              </a:pPr>
              <a:endParaRPr lang="en-US" sz="1600" dirty="0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5F2AA69-4BE8-6A6C-749B-EE9361E1BD44}"/>
                </a:ext>
              </a:extLst>
            </p:cNvPr>
            <p:cNvGrpSpPr/>
            <p:nvPr/>
          </p:nvGrpSpPr>
          <p:grpSpPr>
            <a:xfrm>
              <a:off x="6199413" y="4572032"/>
              <a:ext cx="5011948" cy="1230152"/>
              <a:chOff x="1414978" y="4806273"/>
              <a:chExt cx="5011948" cy="1230152"/>
            </a:xfrm>
          </p:grpSpPr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EAB32F2F-210A-16E4-71D6-0DF8652BAF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92296" y="5407008"/>
                <a:ext cx="1975579" cy="0"/>
              </a:xfrm>
              <a:prstGeom prst="straightConnector1">
                <a:avLst/>
              </a:prstGeom>
              <a:ln w="63500" cap="rnd">
                <a:solidFill>
                  <a:schemeClr val="tx1">
                    <a:lumMod val="75000"/>
                    <a:lumOff val="25000"/>
                  </a:schemeClr>
                </a:solidFill>
                <a:round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0004F397-8977-67F6-75D0-BCC5AABD0F34}"/>
                  </a:ext>
                </a:extLst>
              </p:cNvPr>
              <p:cNvSpPr/>
              <p:nvPr/>
            </p:nvSpPr>
            <p:spPr>
              <a:xfrm>
                <a:off x="3662394" y="5222343"/>
                <a:ext cx="1201469" cy="369332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72000" bIns="72000" rtlCol="0" anchor="ctr"/>
              <a:lstStyle/>
              <a:p>
                <a:pPr algn="ctr">
                  <a:spcAft>
                    <a:spcPts val="600"/>
                  </a:spcAft>
                </a:pPr>
                <a:endParaRPr lang="en-US" sz="1600" dirty="0"/>
              </a:p>
            </p:txBody>
          </p:sp>
          <p:sp>
            <p:nvSpPr>
              <p:cNvPr id="10" name="Arc 9">
                <a:extLst>
                  <a:ext uri="{FF2B5EF4-FFF2-40B4-BE49-F238E27FC236}">
                    <a16:creationId xmlns:a16="http://schemas.microsoft.com/office/drawing/2014/main" id="{AE709C09-D88B-B76C-9F1A-3F123D0E00EC}"/>
                  </a:ext>
                </a:extLst>
              </p:cNvPr>
              <p:cNvSpPr/>
              <p:nvPr/>
            </p:nvSpPr>
            <p:spPr>
              <a:xfrm>
                <a:off x="3661009" y="4834956"/>
                <a:ext cx="1201469" cy="1201469"/>
              </a:xfrm>
              <a:prstGeom prst="arc">
                <a:avLst>
                  <a:gd name="adj1" fmla="val 10800000"/>
                  <a:gd name="adj2" fmla="val 20776576"/>
                </a:avLst>
              </a:prstGeom>
              <a:ln w="63500">
                <a:solidFill>
                  <a:schemeClr val="tx1">
                    <a:lumMod val="75000"/>
                    <a:lumOff val="2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B4CA1D41-9CA6-DC11-CE5A-B222277FC425}"/>
                  </a:ext>
                </a:extLst>
              </p:cNvPr>
              <p:cNvSpPr/>
              <p:nvPr/>
            </p:nvSpPr>
            <p:spPr>
              <a:xfrm>
                <a:off x="3714513" y="5239118"/>
                <a:ext cx="1092727" cy="335776"/>
              </a:xfrm>
              <a:prstGeom prst="roundRect">
                <a:avLst/>
              </a:prstGeom>
              <a:solidFill>
                <a:schemeClr val="accent3">
                  <a:lumMod val="75000"/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72000" bIns="72000" rtlCol="0" anchor="ctr"/>
              <a:lstStyle/>
              <a:p>
                <a:pPr algn="ctr">
                  <a:spcAft>
                    <a:spcPts val="600"/>
                  </a:spcAft>
                </a:pPr>
                <a:endParaRPr lang="en-US" sz="1600" dirty="0"/>
              </a:p>
            </p:txBody>
          </p:sp>
          <p:sp>
            <p:nvSpPr>
              <p:cNvPr id="12" name="Arc 11">
                <a:extLst>
                  <a:ext uri="{FF2B5EF4-FFF2-40B4-BE49-F238E27FC236}">
                    <a16:creationId xmlns:a16="http://schemas.microsoft.com/office/drawing/2014/main" id="{2107D23B-5197-20CB-8CDF-F30D24E74CC1}"/>
                  </a:ext>
                </a:extLst>
              </p:cNvPr>
              <p:cNvSpPr/>
              <p:nvPr/>
            </p:nvSpPr>
            <p:spPr>
              <a:xfrm flipV="1">
                <a:off x="3661008" y="4806273"/>
                <a:ext cx="1201469" cy="1201469"/>
              </a:xfrm>
              <a:prstGeom prst="arc">
                <a:avLst>
                  <a:gd name="adj1" fmla="val 11438389"/>
                  <a:gd name="adj2" fmla="val 173694"/>
                </a:avLst>
              </a:prstGeom>
              <a:ln w="63500">
                <a:solidFill>
                  <a:schemeClr val="tx1">
                    <a:lumMod val="75000"/>
                    <a:lumOff val="25000"/>
                  </a:schemeClr>
                </a:solidFill>
                <a:head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AF52FFDE-CC7C-1B71-5A29-90B6C32BD6F2}"/>
                  </a:ext>
                </a:extLst>
              </p:cNvPr>
              <p:cNvSpPr/>
              <p:nvPr/>
            </p:nvSpPr>
            <p:spPr>
              <a:xfrm>
                <a:off x="1479395" y="5239118"/>
                <a:ext cx="1593188" cy="335776"/>
              </a:xfrm>
              <a:prstGeom prst="roundRect">
                <a:avLst/>
              </a:prstGeom>
              <a:solidFill>
                <a:schemeClr val="accent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72000" bIns="72000" rtlCol="0" anchor="ctr"/>
              <a:lstStyle/>
              <a:p>
                <a:pPr algn="ctr">
                  <a:spcAft>
                    <a:spcPts val="600"/>
                  </a:spcAft>
                </a:pPr>
                <a:endParaRPr lang="en-US" sz="1600" dirty="0"/>
              </a:p>
            </p:txBody>
          </p:sp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553664F5-B6C5-D460-425B-094E9BEBB8C5}"/>
                  </a:ext>
                </a:extLst>
              </p:cNvPr>
              <p:cNvSpPr/>
              <p:nvPr/>
            </p:nvSpPr>
            <p:spPr>
              <a:xfrm>
                <a:off x="5490828" y="5231133"/>
                <a:ext cx="799942" cy="335776"/>
              </a:xfrm>
              <a:prstGeom prst="roundRect">
                <a:avLst/>
              </a:prstGeom>
              <a:solidFill>
                <a:schemeClr val="accent5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72000" bIns="72000" rtlCol="0" anchor="ctr"/>
              <a:lstStyle/>
              <a:p>
                <a:pPr algn="ctr">
                  <a:spcAft>
                    <a:spcPts val="600"/>
                  </a:spcAft>
                </a:pPr>
                <a:endParaRPr lang="en-US" sz="1600" dirty="0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66D54F9-6887-0FE3-3C64-FDA51F426333}"/>
                  </a:ext>
                </a:extLst>
              </p:cNvPr>
              <p:cNvSpPr txBox="1"/>
              <p:nvPr/>
            </p:nvSpPr>
            <p:spPr>
              <a:xfrm>
                <a:off x="3581586" y="5176174"/>
                <a:ext cx="136031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ctr">
                  <a:spcBef>
                    <a:spcPts val="0"/>
                  </a:spcBef>
                  <a:spcAft>
                    <a:spcPts val="0"/>
                  </a:spcAft>
                  <a:buSzPts val="2400"/>
                  <a:buNone/>
                </a:pPr>
                <a:r>
                  <a:rPr lang="en-US" sz="2000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Pandoc</a:t>
                </a:r>
                <a:endParaRPr lang="en-US" sz="20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288F374-F2A3-8170-0872-31D60B43281A}"/>
                  </a:ext>
                </a:extLst>
              </p:cNvPr>
              <p:cNvSpPr txBox="1"/>
              <p:nvPr/>
            </p:nvSpPr>
            <p:spPr>
              <a:xfrm>
                <a:off x="1414978" y="5176174"/>
                <a:ext cx="173267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ctr">
                  <a:spcBef>
                    <a:spcPts val="0"/>
                  </a:spcBef>
                  <a:spcAft>
                    <a:spcPts val="0"/>
                  </a:spcAft>
                  <a:buSzPts val="2400"/>
                  <a:buNone/>
                </a:pPr>
                <a:r>
                  <a:rPr 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Markdown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CC6221A-B40D-6177-CD2C-8F28267BD852}"/>
                  </a:ext>
                </a:extLst>
              </p:cNvPr>
              <p:cNvSpPr txBox="1"/>
              <p:nvPr/>
            </p:nvSpPr>
            <p:spPr>
              <a:xfrm>
                <a:off x="5371481" y="5176176"/>
                <a:ext cx="105544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ctr">
                  <a:spcBef>
                    <a:spcPts val="0"/>
                  </a:spcBef>
                  <a:spcAft>
                    <a:spcPts val="0"/>
                  </a:spcAft>
                  <a:buSzPts val="2400"/>
                  <a:buNone/>
                </a:pPr>
                <a:r>
                  <a:rPr 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HTML</a:t>
                </a:r>
              </a:p>
            </p:txBody>
          </p: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FF9B200-7461-E262-9BD9-0D856B6AA72B}"/>
              </a:ext>
            </a:extLst>
          </p:cNvPr>
          <p:cNvGrpSpPr/>
          <p:nvPr/>
        </p:nvGrpSpPr>
        <p:grpSpPr>
          <a:xfrm>
            <a:off x="695323" y="3788309"/>
            <a:ext cx="4937760" cy="2382793"/>
            <a:chOff x="620484" y="3340060"/>
            <a:chExt cx="4464471" cy="2382793"/>
          </a:xfrm>
        </p:grpSpPr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10FFD784-A027-91C9-5471-2BD3B88A1A53}"/>
                </a:ext>
              </a:extLst>
            </p:cNvPr>
            <p:cNvSpPr/>
            <p:nvPr/>
          </p:nvSpPr>
          <p:spPr>
            <a:xfrm>
              <a:off x="620484" y="3340060"/>
              <a:ext cx="4464471" cy="2375078"/>
            </a:xfrm>
            <a:prstGeom prst="roundRect">
              <a:avLst>
                <a:gd name="adj" fmla="val 5855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bIns="72000" rtlCol="0" anchor="ctr"/>
            <a:lstStyle/>
            <a:p>
              <a:pPr algn="ctr">
                <a:spcAft>
                  <a:spcPts val="600"/>
                </a:spcAft>
              </a:pPr>
              <a:endParaRPr lang="en-US" dirty="0"/>
            </a:p>
          </p:txBody>
        </p:sp>
        <p:sp>
          <p:nvSpPr>
            <p:cNvPr id="19" name="Google Shape;175;p24">
              <a:extLst>
                <a:ext uri="{FF2B5EF4-FFF2-40B4-BE49-F238E27FC236}">
                  <a16:creationId xmlns:a16="http://schemas.microsoft.com/office/drawing/2014/main" id="{5302323A-C99C-77B3-CDF7-F6892747F2BB}"/>
                </a:ext>
              </a:extLst>
            </p:cNvPr>
            <p:cNvSpPr txBox="1">
              <a:spLocks/>
            </p:cNvSpPr>
            <p:nvPr/>
          </p:nvSpPr>
          <p:spPr>
            <a:xfrm>
              <a:off x="708084" y="3517940"/>
              <a:ext cx="4289271" cy="220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t" anchorCtr="0">
              <a:noAutofit/>
            </a:bodyPr>
            <a:lstStyle>
              <a:lvl1pPr marL="228594" indent="-228594" algn="l" defTabSz="914377" rtl="0" eaLnBrk="1" latinLnBrk="0" hangingPunct="1">
                <a:lnSpc>
                  <a:spcPct val="110000"/>
                </a:lnSpc>
                <a:spcBef>
                  <a:spcPts val="1000"/>
                </a:spcBef>
                <a:spcAft>
                  <a:spcPts val="600"/>
                </a:spcAft>
                <a:buClrTx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542912" indent="-228594" algn="l" defTabSz="914377" rtl="0" eaLnBrk="1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600"/>
                </a:spcAft>
                <a:buClrTx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895328" indent="-228594" algn="l" defTabSz="914377" rtl="0" eaLnBrk="1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600"/>
                </a:spcAft>
                <a:buClrTx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257269" indent="-228594" algn="l" defTabSz="914377" rtl="0" eaLnBrk="1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600"/>
                </a:spcAft>
                <a:buClrTx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619210" indent="-228594" algn="l" defTabSz="914377" rtl="0" eaLnBrk="1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600"/>
                </a:spcAft>
                <a:buClrTx/>
                <a:buFont typeface="Arial" panose="020B0604020202020204" pitchFamily="34" charset="0"/>
                <a:buChar char="•"/>
                <a:tabLst>
                  <a:tab pos="1619210" algn="l"/>
                </a:tabLst>
                <a:defRPr sz="16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537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726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914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103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0"/>
                </a:spcBef>
                <a:spcAft>
                  <a:spcPts val="0"/>
                </a:spcAft>
                <a:buSzPts val="2400"/>
                <a:buNone/>
              </a:pP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# This is a header</a:t>
              </a:r>
            </a:p>
            <a:p>
              <a:pPr marL="0" indent="0">
                <a:spcBef>
                  <a:spcPts val="0"/>
                </a:spcBef>
                <a:spcAft>
                  <a:spcPts val="0"/>
                </a:spcAft>
                <a:buSzPts val="2400"/>
                <a:buNone/>
              </a:pP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## This is a </a:t>
              </a:r>
              <a:r>
                <a:rPr lang="en-US" sz="20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subheader</a:t>
              </a:r>
              <a:endParaRPr lang="en-US" sz="2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marL="0" indent="0">
                <a:spcBef>
                  <a:spcPts val="0"/>
                </a:spcBef>
                <a:spcAft>
                  <a:spcPts val="0"/>
                </a:spcAft>
                <a:buSzPts val="2400"/>
                <a:buNone/>
              </a:pPr>
              <a:endParaRPr lang="en-US" sz="2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marL="0" indent="0">
                <a:spcBef>
                  <a:spcPts val="0"/>
                </a:spcBef>
                <a:spcAft>
                  <a:spcPts val="0"/>
                </a:spcAft>
                <a:buSzPts val="2400"/>
                <a:buNone/>
              </a:pP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![This is an image](</a:t>
              </a:r>
              <a:r>
                <a:rPr lang="en-US" sz="20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image.jpg</a:t>
              </a: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537A6A0-1551-5C15-3159-49001A450FF7}"/>
              </a:ext>
            </a:extLst>
          </p:cNvPr>
          <p:cNvGrpSpPr/>
          <p:nvPr/>
        </p:nvGrpSpPr>
        <p:grpSpPr>
          <a:xfrm>
            <a:off x="6664633" y="3782733"/>
            <a:ext cx="4937760" cy="2380655"/>
            <a:chOff x="620484" y="3340060"/>
            <a:chExt cx="4978982" cy="2382793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8FA79E0B-5DEF-0FC5-8CB7-32E158DC7FA2}"/>
                </a:ext>
              </a:extLst>
            </p:cNvPr>
            <p:cNvSpPr/>
            <p:nvPr/>
          </p:nvSpPr>
          <p:spPr>
            <a:xfrm>
              <a:off x="620484" y="3340060"/>
              <a:ext cx="4978982" cy="2377211"/>
            </a:xfrm>
            <a:prstGeom prst="roundRect">
              <a:avLst>
                <a:gd name="adj" fmla="val 5855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bIns="72000" rtlCol="0" anchor="ctr"/>
            <a:lstStyle/>
            <a:p>
              <a:pPr algn="ctr">
                <a:spcAft>
                  <a:spcPts val="600"/>
                </a:spcAft>
              </a:pPr>
              <a:endParaRPr lang="en-US" dirty="0"/>
            </a:p>
          </p:txBody>
        </p:sp>
        <p:sp>
          <p:nvSpPr>
            <p:cNvPr id="24" name="Google Shape;175;p24">
              <a:extLst>
                <a:ext uri="{FF2B5EF4-FFF2-40B4-BE49-F238E27FC236}">
                  <a16:creationId xmlns:a16="http://schemas.microsoft.com/office/drawing/2014/main" id="{BD26E6B9-020E-037D-7F61-4558FE3B4F83}"/>
                </a:ext>
              </a:extLst>
            </p:cNvPr>
            <p:cNvSpPr txBox="1">
              <a:spLocks/>
            </p:cNvSpPr>
            <p:nvPr/>
          </p:nvSpPr>
          <p:spPr>
            <a:xfrm>
              <a:off x="708084" y="3517940"/>
              <a:ext cx="4656843" cy="220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t" anchorCtr="0">
              <a:noAutofit/>
            </a:bodyPr>
            <a:lstStyle>
              <a:lvl1pPr marL="228594" indent="-228594" algn="l" defTabSz="914377" rtl="0" eaLnBrk="1" latinLnBrk="0" hangingPunct="1">
                <a:lnSpc>
                  <a:spcPct val="110000"/>
                </a:lnSpc>
                <a:spcBef>
                  <a:spcPts val="1000"/>
                </a:spcBef>
                <a:spcAft>
                  <a:spcPts val="600"/>
                </a:spcAft>
                <a:buClrTx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542912" indent="-228594" algn="l" defTabSz="914377" rtl="0" eaLnBrk="1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600"/>
                </a:spcAft>
                <a:buClrTx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895328" indent="-228594" algn="l" defTabSz="914377" rtl="0" eaLnBrk="1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600"/>
                </a:spcAft>
                <a:buClrTx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257269" indent="-228594" algn="l" defTabSz="914377" rtl="0" eaLnBrk="1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600"/>
                </a:spcAft>
                <a:buClrTx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619210" indent="-228594" algn="l" defTabSz="914377" rtl="0" eaLnBrk="1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600"/>
                </a:spcAft>
                <a:buClrTx/>
                <a:buFont typeface="Arial" panose="020B0604020202020204" pitchFamily="34" charset="0"/>
                <a:buChar char="•"/>
                <a:tabLst>
                  <a:tab pos="1619210" algn="l"/>
                </a:tabLst>
                <a:defRPr sz="16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537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726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914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103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0"/>
                </a:spcBef>
                <a:spcAft>
                  <a:spcPts val="0"/>
                </a:spcAft>
                <a:buSzPts val="2400"/>
                <a:buNone/>
              </a:pP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&lt;h1&gt;This is a header&lt;h1&gt;</a:t>
              </a:r>
            </a:p>
            <a:p>
              <a:pPr marL="0" indent="0">
                <a:spcBef>
                  <a:spcPts val="0"/>
                </a:spcBef>
                <a:spcAft>
                  <a:spcPts val="0"/>
                </a:spcAft>
                <a:buSzPts val="2400"/>
                <a:buNone/>
              </a:pP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&lt;h2&gt;This is a </a:t>
              </a:r>
              <a:r>
                <a:rPr lang="en-US" sz="20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subheader</a:t>
              </a: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&lt;h2&gt;</a:t>
              </a:r>
            </a:p>
            <a:p>
              <a:pPr marL="0" indent="0">
                <a:spcBef>
                  <a:spcPts val="0"/>
                </a:spcBef>
                <a:spcAft>
                  <a:spcPts val="0"/>
                </a:spcAft>
                <a:buSzPts val="2400"/>
                <a:buNone/>
              </a:pPr>
              <a:endParaRPr lang="en-US" sz="2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marL="0" indent="0">
                <a:spcBef>
                  <a:spcPts val="0"/>
                </a:spcBef>
                <a:spcAft>
                  <a:spcPts val="0"/>
                </a:spcAft>
                <a:buSzPts val="2400"/>
                <a:buNone/>
              </a:pP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&lt;</a:t>
              </a:r>
              <a:r>
                <a:rPr lang="en-US" sz="20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img</a:t>
              </a: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20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src</a:t>
              </a: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="</a:t>
              </a:r>
              <a:r>
                <a:rPr lang="en-US" sz="20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image.jpg</a:t>
              </a: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" alt=”This is an image”&gt;</a:t>
              </a:r>
            </a:p>
          </p:txBody>
        </p:sp>
      </p:grpSp>
      <p:sp>
        <p:nvSpPr>
          <p:cNvPr id="25" name="Google Shape;175;p24">
            <a:extLst>
              <a:ext uri="{FF2B5EF4-FFF2-40B4-BE49-F238E27FC236}">
                <a16:creationId xmlns:a16="http://schemas.microsoft.com/office/drawing/2014/main" id="{7F33463B-8920-90CD-6354-56DA39427F9F}"/>
              </a:ext>
            </a:extLst>
          </p:cNvPr>
          <p:cNvSpPr txBox="1">
            <a:spLocks/>
          </p:cNvSpPr>
          <p:nvPr/>
        </p:nvSpPr>
        <p:spPr>
          <a:xfrm>
            <a:off x="822204" y="3568152"/>
            <a:ext cx="1508658" cy="47261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594" indent="-228594" algn="l" defTabSz="914377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42912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95328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57269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619210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tabLst>
                <a:tab pos="161921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Markdown</a:t>
            </a:r>
          </a:p>
        </p:txBody>
      </p:sp>
      <p:sp>
        <p:nvSpPr>
          <p:cNvPr id="26" name="Google Shape;175;p24">
            <a:extLst>
              <a:ext uri="{FF2B5EF4-FFF2-40B4-BE49-F238E27FC236}">
                <a16:creationId xmlns:a16="http://schemas.microsoft.com/office/drawing/2014/main" id="{9B065830-9553-A477-32FD-887732DB0B64}"/>
              </a:ext>
            </a:extLst>
          </p:cNvPr>
          <p:cNvSpPr txBox="1">
            <a:spLocks/>
          </p:cNvSpPr>
          <p:nvPr/>
        </p:nvSpPr>
        <p:spPr>
          <a:xfrm>
            <a:off x="6774267" y="3568152"/>
            <a:ext cx="954730" cy="47261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594" indent="-228594" algn="l" defTabSz="914377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42912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95328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57269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619210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tabLst>
                <a:tab pos="161921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HTML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29D0C1F-0A03-2828-E0FB-62FB736E690A}"/>
              </a:ext>
            </a:extLst>
          </p:cNvPr>
          <p:cNvCxnSpPr>
            <a:cxnSpLocks/>
          </p:cNvCxnSpPr>
          <p:nvPr/>
        </p:nvCxnSpPr>
        <p:spPr>
          <a:xfrm>
            <a:off x="5906912" y="5150976"/>
            <a:ext cx="505674" cy="0"/>
          </a:xfrm>
          <a:prstGeom prst="straightConnector1">
            <a:avLst/>
          </a:prstGeom>
          <a:ln w="101600" cap="rnd">
            <a:solidFill>
              <a:schemeClr val="accent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E44CD8CF-D88D-7882-24C0-1075FDE2954C}"/>
              </a:ext>
            </a:extLst>
          </p:cNvPr>
          <p:cNvSpPr txBox="1"/>
          <p:nvPr/>
        </p:nvSpPr>
        <p:spPr>
          <a:xfrm>
            <a:off x="651650" y="3105741"/>
            <a:ext cx="16792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 dirty="0"/>
              <a:t>Example:</a:t>
            </a:r>
          </a:p>
        </p:txBody>
      </p:sp>
    </p:spTree>
    <p:extLst>
      <p:ext uri="{BB962C8B-B14F-4D97-AF65-F5344CB8AC3E}">
        <p14:creationId xmlns:p14="http://schemas.microsoft.com/office/powerpoint/2010/main" val="1988173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34C5D-AF0B-0F81-619F-4E8DF3118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52D6B-9D22-F4E4-26AB-24724C933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685" y="288610"/>
            <a:ext cx="10243457" cy="788191"/>
          </a:xfrm>
        </p:spPr>
        <p:txBody>
          <a:bodyPr>
            <a:normAutofit/>
          </a:bodyPr>
          <a:lstStyle/>
          <a:p>
            <a:r>
              <a:rPr lang="en-US" dirty="0"/>
              <a:t>Plain HTML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B06075-2BC8-707A-9641-DB691DB18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35501" y="6873686"/>
            <a:ext cx="55499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9120D-25BB-787D-DF57-C39DB4DCA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6673" y="6840666"/>
            <a:ext cx="695327" cy="365125"/>
          </a:xfrm>
        </p:spPr>
        <p:txBody>
          <a:bodyPr/>
          <a:lstStyle/>
          <a:p>
            <a:fld id="{FFA67747-A1D0-4850-AF9A-570B1A0E3F7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Google Shape;175;p24">
            <a:extLst>
              <a:ext uri="{FF2B5EF4-FFF2-40B4-BE49-F238E27FC236}">
                <a16:creationId xmlns:a16="http://schemas.microsoft.com/office/drawing/2014/main" id="{0F0896EE-7360-3702-BCE1-365B328D71A4}"/>
              </a:ext>
            </a:extLst>
          </p:cNvPr>
          <p:cNvSpPr txBox="1">
            <a:spLocks/>
          </p:cNvSpPr>
          <p:nvPr/>
        </p:nvSpPr>
        <p:spPr>
          <a:xfrm>
            <a:off x="940426" y="1290869"/>
            <a:ext cx="10380716" cy="90168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594" indent="-228594" algn="l" defTabSz="914377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42912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95328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57269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619210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tabLst>
                <a:tab pos="161921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dirty="0"/>
              <a:t>Plain HTML can be used in place of markdown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08F302D-A2FE-0B6F-588B-F5B087DCD4C2}"/>
              </a:ext>
            </a:extLst>
          </p:cNvPr>
          <p:cNvGrpSpPr/>
          <p:nvPr/>
        </p:nvGrpSpPr>
        <p:grpSpPr>
          <a:xfrm>
            <a:off x="822202" y="2580089"/>
            <a:ext cx="4937760" cy="2290172"/>
            <a:chOff x="620484" y="3340059"/>
            <a:chExt cx="4464471" cy="3185533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4C6020A1-3BAF-D724-FAB3-4BD6210979CB}"/>
                </a:ext>
              </a:extLst>
            </p:cNvPr>
            <p:cNvSpPr/>
            <p:nvPr/>
          </p:nvSpPr>
          <p:spPr>
            <a:xfrm>
              <a:off x="620484" y="3340059"/>
              <a:ext cx="4464471" cy="3185533"/>
            </a:xfrm>
            <a:prstGeom prst="roundRect">
              <a:avLst>
                <a:gd name="adj" fmla="val 5855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bIns="72000" rtlCol="0" anchor="ctr"/>
            <a:lstStyle/>
            <a:p>
              <a:pPr algn="ctr">
                <a:spcAft>
                  <a:spcPts val="600"/>
                </a:spcAft>
              </a:pPr>
              <a:endParaRPr lang="en-US" dirty="0"/>
            </a:p>
          </p:txBody>
        </p:sp>
        <p:sp>
          <p:nvSpPr>
            <p:cNvPr id="8" name="Google Shape;175;p24">
              <a:extLst>
                <a:ext uri="{FF2B5EF4-FFF2-40B4-BE49-F238E27FC236}">
                  <a16:creationId xmlns:a16="http://schemas.microsoft.com/office/drawing/2014/main" id="{027D8ABB-7B87-EAB5-6735-F6C0E3885C73}"/>
                </a:ext>
              </a:extLst>
            </p:cNvPr>
            <p:cNvSpPr txBox="1">
              <a:spLocks/>
            </p:cNvSpPr>
            <p:nvPr/>
          </p:nvSpPr>
          <p:spPr>
            <a:xfrm>
              <a:off x="708084" y="3517940"/>
              <a:ext cx="4289271" cy="27977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t" anchorCtr="0">
              <a:noAutofit/>
            </a:bodyPr>
            <a:lstStyle>
              <a:lvl1pPr marL="228594" indent="-228594" algn="l" defTabSz="914377" rtl="0" eaLnBrk="1" latinLnBrk="0" hangingPunct="1">
                <a:lnSpc>
                  <a:spcPct val="110000"/>
                </a:lnSpc>
                <a:spcBef>
                  <a:spcPts val="1000"/>
                </a:spcBef>
                <a:spcAft>
                  <a:spcPts val="600"/>
                </a:spcAft>
                <a:buClrTx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542912" indent="-228594" algn="l" defTabSz="914377" rtl="0" eaLnBrk="1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600"/>
                </a:spcAft>
                <a:buClrTx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895328" indent="-228594" algn="l" defTabSz="914377" rtl="0" eaLnBrk="1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600"/>
                </a:spcAft>
                <a:buClrTx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257269" indent="-228594" algn="l" defTabSz="914377" rtl="0" eaLnBrk="1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600"/>
                </a:spcAft>
                <a:buClrTx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619210" indent="-228594" algn="l" defTabSz="914377" rtl="0" eaLnBrk="1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600"/>
                </a:spcAft>
                <a:buClrTx/>
                <a:buFont typeface="Arial" panose="020B0604020202020204" pitchFamily="34" charset="0"/>
                <a:buChar char="•"/>
                <a:tabLst>
                  <a:tab pos="1619210" algn="l"/>
                </a:tabLst>
                <a:defRPr sz="16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537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726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914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103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0"/>
                </a:spcBef>
                <a:spcAft>
                  <a:spcPts val="0"/>
                </a:spcAft>
                <a:buSzPts val="2400"/>
                <a:buNone/>
              </a:pPr>
              <a:endParaRPr lang="en-US" sz="18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marL="0" indent="0">
                <a:spcBef>
                  <a:spcPts val="0"/>
                </a:spcBef>
                <a:spcAft>
                  <a:spcPts val="0"/>
                </a:spcAft>
                <a:buSzPts val="2400"/>
                <a:buNone/>
              </a:pPr>
              <a:r>
                <a:rPr lang="en-US" sz="1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## These are the same</a:t>
              </a:r>
            </a:p>
            <a:p>
              <a:pPr marL="0" indent="0">
                <a:spcBef>
                  <a:spcPts val="0"/>
                </a:spcBef>
                <a:spcAft>
                  <a:spcPts val="0"/>
                </a:spcAft>
                <a:buSzPts val="2400"/>
                <a:buNone/>
              </a:pPr>
              <a:endParaRPr lang="en-US" sz="18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marL="0" indent="0">
                <a:spcBef>
                  <a:spcPts val="0"/>
                </a:spcBef>
                <a:spcAft>
                  <a:spcPts val="0"/>
                </a:spcAft>
                <a:buSzPts val="2400"/>
                <a:buNone/>
              </a:pPr>
              <a:r>
                <a:rPr lang="en-US" sz="1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&lt;h2&gt;These are the same&lt;/h2&gt;</a:t>
              </a:r>
            </a:p>
          </p:txBody>
        </p:sp>
      </p:grpSp>
      <p:sp>
        <p:nvSpPr>
          <p:cNvPr id="9" name="Google Shape;175;p24">
            <a:extLst>
              <a:ext uri="{FF2B5EF4-FFF2-40B4-BE49-F238E27FC236}">
                <a16:creationId xmlns:a16="http://schemas.microsoft.com/office/drawing/2014/main" id="{B6751057-4E77-1324-2FB9-8E6FE2C5E61C}"/>
              </a:ext>
            </a:extLst>
          </p:cNvPr>
          <p:cNvSpPr txBox="1">
            <a:spLocks/>
          </p:cNvSpPr>
          <p:nvPr/>
        </p:nvSpPr>
        <p:spPr>
          <a:xfrm>
            <a:off x="949082" y="2359934"/>
            <a:ext cx="3019601" cy="47261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594" indent="-228594" algn="l" defTabSz="914377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42912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95328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57269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619210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tabLst>
                <a:tab pos="161921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Markdown &amp; HTML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BB1D125-9BCA-C555-3F74-FC70B5821D77}"/>
              </a:ext>
            </a:extLst>
          </p:cNvPr>
          <p:cNvSpPr/>
          <p:nvPr/>
        </p:nvSpPr>
        <p:spPr>
          <a:xfrm>
            <a:off x="6558913" y="2580091"/>
            <a:ext cx="4937760" cy="2290170"/>
          </a:xfrm>
          <a:prstGeom prst="roundRect">
            <a:avLst>
              <a:gd name="adj" fmla="val 5855"/>
            </a:avLst>
          </a:prstGeom>
          <a:solidFill>
            <a:srgbClr val="FFFFFF"/>
          </a:solidFill>
          <a:ln w="381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ctr"/>
          <a:lstStyle/>
          <a:p>
            <a:pPr algn="ctr">
              <a:spcAft>
                <a:spcPts val="600"/>
              </a:spcAft>
            </a:pPr>
            <a:endParaRPr lang="en-US" dirty="0"/>
          </a:p>
        </p:txBody>
      </p:sp>
      <p:sp>
        <p:nvSpPr>
          <p:cNvPr id="11" name="Google Shape;175;p24">
            <a:extLst>
              <a:ext uri="{FF2B5EF4-FFF2-40B4-BE49-F238E27FC236}">
                <a16:creationId xmlns:a16="http://schemas.microsoft.com/office/drawing/2014/main" id="{129101EE-1977-6B38-BDC7-1E5D25BB4637}"/>
              </a:ext>
            </a:extLst>
          </p:cNvPr>
          <p:cNvSpPr txBox="1">
            <a:spLocks/>
          </p:cNvSpPr>
          <p:nvPr/>
        </p:nvSpPr>
        <p:spPr>
          <a:xfrm>
            <a:off x="6685793" y="2359934"/>
            <a:ext cx="2469337" cy="47261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594" indent="-228594" algn="l" defTabSz="914377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42912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95328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57269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619210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tabLst>
                <a:tab pos="161921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HTML (Rendered)</a:t>
            </a:r>
          </a:p>
        </p:txBody>
      </p:sp>
      <p:pic>
        <p:nvPicPr>
          <p:cNvPr id="13" name="Picture 12" descr="A close up of black text&#10;&#10;AI-generated content may be incorrect.">
            <a:extLst>
              <a:ext uri="{FF2B5EF4-FFF2-40B4-BE49-F238E27FC236}">
                <a16:creationId xmlns:a16="http://schemas.microsoft.com/office/drawing/2014/main" id="{7AA0FB02-FDB9-A5F6-C252-8E97DEE2AF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5793" y="2873502"/>
            <a:ext cx="3530600" cy="189230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6D74C48-335F-32E7-6BC9-2B46194DC65B}"/>
              </a:ext>
            </a:extLst>
          </p:cNvPr>
          <p:cNvCxnSpPr>
            <a:cxnSpLocks/>
          </p:cNvCxnSpPr>
          <p:nvPr/>
        </p:nvCxnSpPr>
        <p:spPr>
          <a:xfrm>
            <a:off x="5936730" y="3759498"/>
            <a:ext cx="505674" cy="0"/>
          </a:xfrm>
          <a:prstGeom prst="straightConnector1">
            <a:avLst/>
          </a:prstGeom>
          <a:ln w="101600" cap="rnd">
            <a:solidFill>
              <a:schemeClr val="accent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2836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E5D54-74A0-C9C9-ED89-3CB65FC94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75;p24">
            <a:extLst>
              <a:ext uri="{FF2B5EF4-FFF2-40B4-BE49-F238E27FC236}">
                <a16:creationId xmlns:a16="http://schemas.microsoft.com/office/drawing/2014/main" id="{5E37D8F3-D6CA-8E49-8DEE-E9BDC34D33FA}"/>
              </a:ext>
            </a:extLst>
          </p:cNvPr>
          <p:cNvSpPr txBox="1">
            <a:spLocks/>
          </p:cNvSpPr>
          <p:nvPr/>
        </p:nvSpPr>
        <p:spPr>
          <a:xfrm>
            <a:off x="695324" y="1216823"/>
            <a:ext cx="10801351" cy="40409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594" indent="-228594" algn="l" defTabSz="914377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42912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95328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57269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619210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tabLst>
                <a:tab pos="161921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ACF23C-73C4-3638-3C37-151202E88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685" y="288610"/>
            <a:ext cx="10243457" cy="788191"/>
          </a:xfrm>
        </p:spPr>
        <p:txBody>
          <a:bodyPr>
            <a:normAutofit/>
          </a:bodyPr>
          <a:lstStyle/>
          <a:p>
            <a:r>
              <a:rPr lang="en-US" dirty="0"/>
              <a:t>Markdown: Headers, Simple Text, &amp; Lists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E43E1B-3E02-26EE-E4C9-DC6F22939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5EF1DE-1A48-CC66-17D2-FF89F8B1E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67747-A1D0-4850-AF9A-570B1A0E3F7F}" type="slidenum">
              <a:rPr lang="en-US" smtClean="0"/>
              <a:pPr/>
              <a:t>9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FECCD3B-B041-4880-5B19-66C1C772AEDB}"/>
              </a:ext>
            </a:extLst>
          </p:cNvPr>
          <p:cNvGrpSpPr/>
          <p:nvPr/>
        </p:nvGrpSpPr>
        <p:grpSpPr>
          <a:xfrm>
            <a:off x="695324" y="1600199"/>
            <a:ext cx="4937760" cy="4268165"/>
            <a:chOff x="620484" y="3340060"/>
            <a:chExt cx="4464471" cy="2612985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A17A66B1-67FC-4AE3-040B-DC5E2A2F7FE9}"/>
                </a:ext>
              </a:extLst>
            </p:cNvPr>
            <p:cNvSpPr/>
            <p:nvPr/>
          </p:nvSpPr>
          <p:spPr>
            <a:xfrm>
              <a:off x="620484" y="3340060"/>
              <a:ext cx="4464471" cy="2612985"/>
            </a:xfrm>
            <a:prstGeom prst="roundRect">
              <a:avLst>
                <a:gd name="adj" fmla="val 5855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bIns="72000" rtlCol="0" anchor="ctr"/>
            <a:lstStyle/>
            <a:p>
              <a:pPr algn="ctr">
                <a:spcAft>
                  <a:spcPts val="600"/>
                </a:spcAft>
              </a:pPr>
              <a:endParaRPr lang="en-US" dirty="0"/>
            </a:p>
          </p:txBody>
        </p:sp>
        <p:sp>
          <p:nvSpPr>
            <p:cNvPr id="7" name="Google Shape;175;p24">
              <a:extLst>
                <a:ext uri="{FF2B5EF4-FFF2-40B4-BE49-F238E27FC236}">
                  <a16:creationId xmlns:a16="http://schemas.microsoft.com/office/drawing/2014/main" id="{F5320BF3-5432-0BC8-5212-26C5FC80313F}"/>
                </a:ext>
              </a:extLst>
            </p:cNvPr>
            <p:cNvSpPr txBox="1">
              <a:spLocks/>
            </p:cNvSpPr>
            <p:nvPr/>
          </p:nvSpPr>
          <p:spPr>
            <a:xfrm>
              <a:off x="708084" y="3517940"/>
              <a:ext cx="4289271" cy="220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t" anchorCtr="0">
              <a:noAutofit/>
            </a:bodyPr>
            <a:lstStyle>
              <a:lvl1pPr marL="228594" indent="-228594" algn="l" defTabSz="914377" rtl="0" eaLnBrk="1" latinLnBrk="0" hangingPunct="1">
                <a:lnSpc>
                  <a:spcPct val="110000"/>
                </a:lnSpc>
                <a:spcBef>
                  <a:spcPts val="1000"/>
                </a:spcBef>
                <a:spcAft>
                  <a:spcPts val="600"/>
                </a:spcAft>
                <a:buClrTx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542912" indent="-228594" algn="l" defTabSz="914377" rtl="0" eaLnBrk="1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600"/>
                </a:spcAft>
                <a:buClrTx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895328" indent="-228594" algn="l" defTabSz="914377" rtl="0" eaLnBrk="1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600"/>
                </a:spcAft>
                <a:buClrTx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257269" indent="-228594" algn="l" defTabSz="914377" rtl="0" eaLnBrk="1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600"/>
                </a:spcAft>
                <a:buClrTx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619210" indent="-228594" algn="l" defTabSz="914377" rtl="0" eaLnBrk="1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600"/>
                </a:spcAft>
                <a:buClrTx/>
                <a:buFont typeface="Arial" panose="020B0604020202020204" pitchFamily="34" charset="0"/>
                <a:buChar char="•"/>
                <a:tabLst>
                  <a:tab pos="1619210" algn="l"/>
                </a:tabLst>
                <a:defRPr sz="16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537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726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914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103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0"/>
                </a:spcBef>
                <a:spcAft>
                  <a:spcPts val="0"/>
                </a:spcAft>
                <a:buSzPts val="2400"/>
                <a:buNone/>
              </a:pPr>
              <a:r>
                <a:rPr lang="en-US" sz="1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# Influenza</a:t>
              </a:r>
            </a:p>
            <a:p>
              <a:pPr marL="0" indent="0">
                <a:spcBef>
                  <a:spcPts val="0"/>
                </a:spcBef>
                <a:spcAft>
                  <a:spcPts val="0"/>
                </a:spcAft>
                <a:buSzPts val="2400"/>
                <a:buNone/>
              </a:pPr>
              <a:r>
                <a:rPr lang="en-US" sz="1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## A / B</a:t>
              </a:r>
            </a:p>
            <a:p>
              <a:pPr marL="0" indent="0">
                <a:spcBef>
                  <a:spcPts val="0"/>
                </a:spcBef>
                <a:spcAft>
                  <a:spcPts val="0"/>
                </a:spcAft>
                <a:buSzPts val="2400"/>
                <a:buNone/>
              </a:pPr>
              <a:r>
                <a:rPr lang="en-US" sz="1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### Subtypes / Lineages</a:t>
              </a:r>
            </a:p>
            <a:p>
              <a:pPr marL="0" indent="0">
                <a:spcBef>
                  <a:spcPts val="0"/>
                </a:spcBef>
                <a:spcAft>
                  <a:spcPts val="0"/>
                </a:spcAft>
                <a:buSzPts val="2400"/>
                <a:buNone/>
              </a:pPr>
              <a:endParaRPr lang="en-US" sz="18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marL="0" indent="0">
                <a:spcBef>
                  <a:spcPts val="0"/>
                </a:spcBef>
                <a:spcAft>
                  <a:spcPts val="0"/>
                </a:spcAft>
                <a:buSzPts val="2400"/>
                <a:buNone/>
              </a:pPr>
              <a:r>
                <a:rPr lang="en-US" sz="1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Flu A and B use different classification schemes:</a:t>
              </a:r>
            </a:p>
            <a:p>
              <a:pPr marL="0" indent="0">
                <a:spcBef>
                  <a:spcPts val="0"/>
                </a:spcBef>
                <a:spcAft>
                  <a:spcPts val="0"/>
                </a:spcAft>
                <a:buSzPts val="2400"/>
                <a:buNone/>
              </a:pPr>
              <a:r>
                <a:rPr lang="en-US" sz="1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- **Flu A** uses *subtypes* (e.g., H5N1)</a:t>
              </a:r>
            </a:p>
            <a:p>
              <a:pPr marL="0" indent="0">
                <a:spcBef>
                  <a:spcPts val="0"/>
                </a:spcBef>
                <a:spcAft>
                  <a:spcPts val="0"/>
                </a:spcAft>
                <a:buSzPts val="2400"/>
                <a:buNone/>
              </a:pPr>
              <a:r>
                <a:rPr lang="en-US" sz="1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- **Flu B** uses *lineages* (.e.g., Yamagata).</a:t>
              </a:r>
            </a:p>
          </p:txBody>
        </p:sp>
      </p:grpSp>
      <p:sp>
        <p:nvSpPr>
          <p:cNvPr id="8" name="Google Shape;175;p24">
            <a:extLst>
              <a:ext uri="{FF2B5EF4-FFF2-40B4-BE49-F238E27FC236}">
                <a16:creationId xmlns:a16="http://schemas.microsoft.com/office/drawing/2014/main" id="{38F6754C-E46B-E963-1222-805A30FBC8C9}"/>
              </a:ext>
            </a:extLst>
          </p:cNvPr>
          <p:cNvSpPr txBox="1">
            <a:spLocks/>
          </p:cNvSpPr>
          <p:nvPr/>
        </p:nvSpPr>
        <p:spPr>
          <a:xfrm>
            <a:off x="822205" y="1380043"/>
            <a:ext cx="1508658" cy="47261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594" indent="-228594" algn="l" defTabSz="914377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42912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95328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57269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619210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tabLst>
                <a:tab pos="161921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Markdown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C78B0A3-EA95-476C-E13B-B01CA7097125}"/>
              </a:ext>
            </a:extLst>
          </p:cNvPr>
          <p:cNvSpPr/>
          <p:nvPr/>
        </p:nvSpPr>
        <p:spPr>
          <a:xfrm>
            <a:off x="6432035" y="1600199"/>
            <a:ext cx="4937760" cy="4268166"/>
          </a:xfrm>
          <a:prstGeom prst="roundRect">
            <a:avLst>
              <a:gd name="adj" fmla="val 5855"/>
            </a:avLst>
          </a:prstGeom>
          <a:solidFill>
            <a:srgbClr val="FFFFFF"/>
          </a:solidFill>
          <a:ln w="381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ctr"/>
          <a:lstStyle/>
          <a:p>
            <a:pPr algn="ctr">
              <a:spcAft>
                <a:spcPts val="600"/>
              </a:spcAft>
            </a:pPr>
            <a:endParaRPr lang="en-US" dirty="0"/>
          </a:p>
        </p:txBody>
      </p:sp>
      <p:sp>
        <p:nvSpPr>
          <p:cNvPr id="16" name="Google Shape;175;p24">
            <a:extLst>
              <a:ext uri="{FF2B5EF4-FFF2-40B4-BE49-F238E27FC236}">
                <a16:creationId xmlns:a16="http://schemas.microsoft.com/office/drawing/2014/main" id="{99AA661D-8756-AEDF-DEA3-5B7A1A9E1E34}"/>
              </a:ext>
            </a:extLst>
          </p:cNvPr>
          <p:cNvSpPr txBox="1">
            <a:spLocks/>
          </p:cNvSpPr>
          <p:nvPr/>
        </p:nvSpPr>
        <p:spPr>
          <a:xfrm>
            <a:off x="6558915" y="1380043"/>
            <a:ext cx="2469337" cy="47261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594" indent="-228594" algn="l" defTabSz="914377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42912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95328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57269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619210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tabLst>
                <a:tab pos="161921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HTML (Rendered)</a:t>
            </a:r>
          </a:p>
        </p:txBody>
      </p:sp>
      <p:pic>
        <p:nvPicPr>
          <p:cNvPr id="28" name="Picture 27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62F3EF72-E2EF-C4E3-56CA-769763F8E8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27188"/>
          <a:stretch>
            <a:fillRect/>
          </a:stretch>
        </p:blipFill>
        <p:spPr>
          <a:xfrm>
            <a:off x="6491251" y="1946487"/>
            <a:ext cx="4724618" cy="349014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6F2C8EE-1FA3-FA6B-8D95-CF5FEDB6F7C7}"/>
              </a:ext>
            </a:extLst>
          </p:cNvPr>
          <p:cNvCxnSpPr>
            <a:cxnSpLocks/>
          </p:cNvCxnSpPr>
          <p:nvPr/>
        </p:nvCxnSpPr>
        <p:spPr>
          <a:xfrm>
            <a:off x="5820773" y="3829071"/>
            <a:ext cx="505674" cy="0"/>
          </a:xfrm>
          <a:prstGeom prst="straightConnector1">
            <a:avLst/>
          </a:prstGeom>
          <a:ln w="101600" cap="rnd">
            <a:solidFill>
              <a:schemeClr val="accent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67964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CA240-D3D6-A744-857C-FED8538FA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75;p24">
            <a:extLst>
              <a:ext uri="{FF2B5EF4-FFF2-40B4-BE49-F238E27FC236}">
                <a16:creationId xmlns:a16="http://schemas.microsoft.com/office/drawing/2014/main" id="{25E1B2A3-A9A1-5B20-C956-D4EC6B9E0C03}"/>
              </a:ext>
            </a:extLst>
          </p:cNvPr>
          <p:cNvSpPr txBox="1">
            <a:spLocks/>
          </p:cNvSpPr>
          <p:nvPr/>
        </p:nvSpPr>
        <p:spPr>
          <a:xfrm>
            <a:off x="695324" y="1216823"/>
            <a:ext cx="10801351" cy="40409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594" indent="-228594" algn="l" defTabSz="914377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42912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95328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57269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619210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tabLst>
                <a:tab pos="161921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5AB8A2-75DC-44A5-0010-7F39FCABD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685" y="288610"/>
            <a:ext cx="10243457" cy="788191"/>
          </a:xfrm>
        </p:spPr>
        <p:txBody>
          <a:bodyPr>
            <a:normAutofit/>
          </a:bodyPr>
          <a:lstStyle/>
          <a:p>
            <a:r>
              <a:rPr lang="en-US" dirty="0"/>
              <a:t>Markdown: Tables &amp; Figures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4180E9-65BD-0635-1ADB-57B0CF27D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11CE2-391D-1E73-3ABF-0AED52CD2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67747-A1D0-4850-AF9A-570B1A0E3F7F}" type="slidenum">
              <a:rPr lang="en-US" smtClean="0"/>
              <a:pPr/>
              <a:t>10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00D348B-349A-770A-6681-8738CDB41033}"/>
              </a:ext>
            </a:extLst>
          </p:cNvPr>
          <p:cNvGrpSpPr/>
          <p:nvPr/>
        </p:nvGrpSpPr>
        <p:grpSpPr>
          <a:xfrm>
            <a:off x="695324" y="1600198"/>
            <a:ext cx="4937760" cy="4151272"/>
            <a:chOff x="620484" y="3340059"/>
            <a:chExt cx="4464471" cy="3185533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FB12DD92-5C61-DEDC-5BF0-35F87D1E13DB}"/>
                </a:ext>
              </a:extLst>
            </p:cNvPr>
            <p:cNvSpPr/>
            <p:nvPr/>
          </p:nvSpPr>
          <p:spPr>
            <a:xfrm>
              <a:off x="620484" y="3340059"/>
              <a:ext cx="4464471" cy="3185533"/>
            </a:xfrm>
            <a:prstGeom prst="roundRect">
              <a:avLst>
                <a:gd name="adj" fmla="val 5855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bIns="72000" rtlCol="0" anchor="ctr"/>
            <a:lstStyle/>
            <a:p>
              <a:pPr algn="ctr">
                <a:spcAft>
                  <a:spcPts val="600"/>
                </a:spcAft>
              </a:pPr>
              <a:endParaRPr lang="en-US" dirty="0"/>
            </a:p>
          </p:txBody>
        </p:sp>
        <p:sp>
          <p:nvSpPr>
            <p:cNvPr id="7" name="Google Shape;175;p24">
              <a:extLst>
                <a:ext uri="{FF2B5EF4-FFF2-40B4-BE49-F238E27FC236}">
                  <a16:creationId xmlns:a16="http://schemas.microsoft.com/office/drawing/2014/main" id="{7F9F8C8D-4E1C-BA0C-4D41-44FB4FCB3E18}"/>
                </a:ext>
              </a:extLst>
            </p:cNvPr>
            <p:cNvSpPr txBox="1">
              <a:spLocks/>
            </p:cNvSpPr>
            <p:nvPr/>
          </p:nvSpPr>
          <p:spPr>
            <a:xfrm>
              <a:off x="708084" y="3517940"/>
              <a:ext cx="4289271" cy="27977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t" anchorCtr="0">
              <a:noAutofit/>
            </a:bodyPr>
            <a:lstStyle>
              <a:lvl1pPr marL="228594" indent="-228594" algn="l" defTabSz="914377" rtl="0" eaLnBrk="1" latinLnBrk="0" hangingPunct="1">
                <a:lnSpc>
                  <a:spcPct val="110000"/>
                </a:lnSpc>
                <a:spcBef>
                  <a:spcPts val="1000"/>
                </a:spcBef>
                <a:spcAft>
                  <a:spcPts val="600"/>
                </a:spcAft>
                <a:buClrTx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542912" indent="-228594" algn="l" defTabSz="914377" rtl="0" eaLnBrk="1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600"/>
                </a:spcAft>
                <a:buClrTx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895328" indent="-228594" algn="l" defTabSz="914377" rtl="0" eaLnBrk="1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600"/>
                </a:spcAft>
                <a:buClrTx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257269" indent="-228594" algn="l" defTabSz="914377" rtl="0" eaLnBrk="1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600"/>
                </a:spcAft>
                <a:buClrTx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619210" indent="-228594" algn="l" defTabSz="914377" rtl="0" eaLnBrk="1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600"/>
                </a:spcAft>
                <a:buClrTx/>
                <a:buFont typeface="Arial" panose="020B0604020202020204" pitchFamily="34" charset="0"/>
                <a:buChar char="•"/>
                <a:tabLst>
                  <a:tab pos="1619210" algn="l"/>
                </a:tabLst>
                <a:defRPr sz="16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537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726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914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103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0"/>
                </a:spcBef>
                <a:spcAft>
                  <a:spcPts val="0"/>
                </a:spcAft>
                <a:buSzPts val="2400"/>
                <a:buNone/>
              </a:pP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|  Species  | Subtype|</a:t>
              </a:r>
            </a:p>
            <a:p>
              <a:pPr marL="0" indent="0">
                <a:spcBef>
                  <a:spcPts val="0"/>
                </a:spcBef>
                <a:spcAft>
                  <a:spcPts val="0"/>
                </a:spcAft>
                <a:buSzPts val="2400"/>
                <a:buNone/>
              </a:pP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|-----------|--------|</a:t>
              </a:r>
            </a:p>
            <a:p>
              <a:pPr marL="0" indent="0">
                <a:spcBef>
                  <a:spcPts val="0"/>
                </a:spcBef>
                <a:spcAft>
                  <a:spcPts val="0"/>
                </a:spcAft>
                <a:buSzPts val="2400"/>
                <a:buNone/>
              </a:pP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|Influenza A|  H1N1  |</a:t>
              </a:r>
            </a:p>
            <a:p>
              <a:pPr marL="0" indent="0">
                <a:spcBef>
                  <a:spcPts val="0"/>
                </a:spcBef>
                <a:spcAft>
                  <a:spcPts val="0"/>
                </a:spcAft>
                <a:buSzPts val="2400"/>
                <a:buNone/>
              </a:pP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|Influenza A|  H3N2  |</a:t>
              </a:r>
            </a:p>
            <a:p>
              <a:pPr marL="0" indent="0">
                <a:spcBef>
                  <a:spcPts val="0"/>
                </a:spcBef>
                <a:spcAft>
                  <a:spcPts val="0"/>
                </a:spcAft>
                <a:buSzPts val="2400"/>
                <a:buNone/>
              </a:pP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|Influenza </a:t>
              </a:r>
              <a:r>
                <a:rPr lang="en-US" sz="20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B|Yamagata</a:t>
              </a: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|</a:t>
              </a:r>
            </a:p>
            <a:p>
              <a:pPr marL="0" indent="0">
                <a:spcBef>
                  <a:spcPts val="0"/>
                </a:spcBef>
                <a:spcAft>
                  <a:spcPts val="0"/>
                </a:spcAft>
                <a:buSzPts val="2400"/>
                <a:buNone/>
              </a:pP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|Influenza </a:t>
              </a:r>
              <a:r>
                <a:rPr lang="en-US" sz="20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B|Victoria</a:t>
              </a: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|</a:t>
              </a:r>
            </a:p>
            <a:p>
              <a:pPr marL="0" indent="0">
                <a:spcBef>
                  <a:spcPts val="0"/>
                </a:spcBef>
                <a:spcAft>
                  <a:spcPts val="0"/>
                </a:spcAft>
                <a:buSzPts val="2400"/>
                <a:buNone/>
              </a:pPr>
              <a:endParaRPr lang="en-US" sz="2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marL="0" indent="0">
                <a:spcBef>
                  <a:spcPts val="0"/>
                </a:spcBef>
                <a:spcAft>
                  <a:spcPts val="0"/>
                </a:spcAft>
                <a:buSzPts val="2400"/>
                <a:buNone/>
              </a:pP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![](https://</a:t>
              </a:r>
              <a:r>
                <a:rPr lang="en-US" sz="20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www.cdc.gov</a:t>
              </a: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/bird-flu/media/images/2024/05/flu-</a:t>
              </a:r>
              <a:r>
                <a:rPr lang="en-US" sz="20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virus.jpg</a:t>
              </a: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</a:p>
          </p:txBody>
        </p:sp>
      </p:grpSp>
      <p:sp>
        <p:nvSpPr>
          <p:cNvPr id="8" name="Google Shape;175;p24">
            <a:extLst>
              <a:ext uri="{FF2B5EF4-FFF2-40B4-BE49-F238E27FC236}">
                <a16:creationId xmlns:a16="http://schemas.microsoft.com/office/drawing/2014/main" id="{668D1570-AA88-126B-211E-424A2CFE620B}"/>
              </a:ext>
            </a:extLst>
          </p:cNvPr>
          <p:cNvSpPr txBox="1">
            <a:spLocks/>
          </p:cNvSpPr>
          <p:nvPr/>
        </p:nvSpPr>
        <p:spPr>
          <a:xfrm>
            <a:off x="822205" y="1380043"/>
            <a:ext cx="1508658" cy="47261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594" indent="-228594" algn="l" defTabSz="914377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42912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95328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57269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619210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tabLst>
                <a:tab pos="161921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Markdown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6AC675B-0862-E7C8-2FAA-B6628A44DB33}"/>
              </a:ext>
            </a:extLst>
          </p:cNvPr>
          <p:cNvSpPr/>
          <p:nvPr/>
        </p:nvSpPr>
        <p:spPr>
          <a:xfrm>
            <a:off x="6432035" y="1600199"/>
            <a:ext cx="4937760" cy="4151271"/>
          </a:xfrm>
          <a:prstGeom prst="roundRect">
            <a:avLst>
              <a:gd name="adj" fmla="val 5855"/>
            </a:avLst>
          </a:prstGeom>
          <a:solidFill>
            <a:srgbClr val="FFFFFF"/>
          </a:solidFill>
          <a:ln w="381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ctr"/>
          <a:lstStyle/>
          <a:p>
            <a:pPr algn="ctr">
              <a:spcAft>
                <a:spcPts val="600"/>
              </a:spcAft>
            </a:pPr>
            <a:endParaRPr lang="en-US" dirty="0"/>
          </a:p>
        </p:txBody>
      </p:sp>
      <p:sp>
        <p:nvSpPr>
          <p:cNvPr id="16" name="Google Shape;175;p24">
            <a:extLst>
              <a:ext uri="{FF2B5EF4-FFF2-40B4-BE49-F238E27FC236}">
                <a16:creationId xmlns:a16="http://schemas.microsoft.com/office/drawing/2014/main" id="{813E2B35-D7E6-E4F7-D496-FBAA8E3EC7AA}"/>
              </a:ext>
            </a:extLst>
          </p:cNvPr>
          <p:cNvSpPr txBox="1">
            <a:spLocks/>
          </p:cNvSpPr>
          <p:nvPr/>
        </p:nvSpPr>
        <p:spPr>
          <a:xfrm>
            <a:off x="6558915" y="1380043"/>
            <a:ext cx="2469337" cy="47261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594" indent="-228594" algn="l" defTabSz="914377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42912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95328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57269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619210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tabLst>
                <a:tab pos="161921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HTML (Rendered)</a:t>
            </a:r>
          </a:p>
        </p:txBody>
      </p:sp>
      <p:pic>
        <p:nvPicPr>
          <p:cNvPr id="17" name="Picture 16" descr="A close-up of a virus&#10;&#10;AI-generated content may be incorrect.">
            <a:extLst>
              <a:ext uri="{FF2B5EF4-FFF2-40B4-BE49-F238E27FC236}">
                <a16:creationId xmlns:a16="http://schemas.microsoft.com/office/drawing/2014/main" id="{129A1F00-D687-5980-6225-87CAB9F4F4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8615" y="1852653"/>
            <a:ext cx="3904599" cy="3817508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D0D404C-EF23-6D06-D556-E6E25810C8E4}"/>
              </a:ext>
            </a:extLst>
          </p:cNvPr>
          <p:cNvCxnSpPr>
            <a:cxnSpLocks/>
          </p:cNvCxnSpPr>
          <p:nvPr/>
        </p:nvCxnSpPr>
        <p:spPr>
          <a:xfrm>
            <a:off x="5803407" y="3819133"/>
            <a:ext cx="505674" cy="0"/>
          </a:xfrm>
          <a:prstGeom prst="straightConnector1">
            <a:avLst/>
          </a:prstGeom>
          <a:ln w="101600" cap="rnd">
            <a:solidFill>
              <a:schemeClr val="accent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55958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87A3C-445C-12B7-9E47-610500144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75;p24">
            <a:extLst>
              <a:ext uri="{FF2B5EF4-FFF2-40B4-BE49-F238E27FC236}">
                <a16:creationId xmlns:a16="http://schemas.microsoft.com/office/drawing/2014/main" id="{4A4F3AF0-4F42-C818-5447-F7F6F57991CA}"/>
              </a:ext>
            </a:extLst>
          </p:cNvPr>
          <p:cNvSpPr txBox="1">
            <a:spLocks/>
          </p:cNvSpPr>
          <p:nvPr/>
        </p:nvSpPr>
        <p:spPr>
          <a:xfrm>
            <a:off x="695324" y="1216823"/>
            <a:ext cx="10801351" cy="40409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594" indent="-228594" algn="l" defTabSz="914377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42912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95328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57269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619210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tabLst>
                <a:tab pos="161921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EDE326-7E28-F695-07FD-5CD01C89D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685" y="288610"/>
            <a:ext cx="10243457" cy="788191"/>
          </a:xfrm>
        </p:spPr>
        <p:txBody>
          <a:bodyPr>
            <a:normAutofit/>
          </a:bodyPr>
          <a:lstStyle/>
          <a:p>
            <a:r>
              <a:rPr lang="en-US" dirty="0"/>
              <a:t>Markdown: Block quotes &amp; Callouts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CDCFD6-54E4-7DFF-D48D-EF1A9C4EB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AE53A1-4DE7-4B27-AC45-51349CEB0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67747-A1D0-4850-AF9A-570B1A0E3F7F}" type="slidenum">
              <a:rPr lang="en-US" smtClean="0"/>
              <a:pPr/>
              <a:t>11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D158268-10B3-B23D-D45A-CD63B450E1F0}"/>
              </a:ext>
            </a:extLst>
          </p:cNvPr>
          <p:cNvGrpSpPr/>
          <p:nvPr/>
        </p:nvGrpSpPr>
        <p:grpSpPr>
          <a:xfrm>
            <a:off x="695324" y="1600198"/>
            <a:ext cx="4937760" cy="4151272"/>
            <a:chOff x="620484" y="3340059"/>
            <a:chExt cx="4464471" cy="3185533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79209799-3FCE-4489-A4B8-9176917A8A54}"/>
                </a:ext>
              </a:extLst>
            </p:cNvPr>
            <p:cNvSpPr/>
            <p:nvPr/>
          </p:nvSpPr>
          <p:spPr>
            <a:xfrm>
              <a:off x="620484" y="3340059"/>
              <a:ext cx="4464471" cy="3185533"/>
            </a:xfrm>
            <a:prstGeom prst="roundRect">
              <a:avLst>
                <a:gd name="adj" fmla="val 5855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bIns="72000" rtlCol="0" anchor="ctr"/>
            <a:lstStyle/>
            <a:p>
              <a:pPr algn="ctr">
                <a:spcAft>
                  <a:spcPts val="600"/>
                </a:spcAft>
              </a:pPr>
              <a:endParaRPr lang="en-US" dirty="0"/>
            </a:p>
          </p:txBody>
        </p:sp>
        <p:sp>
          <p:nvSpPr>
            <p:cNvPr id="7" name="Google Shape;175;p24">
              <a:extLst>
                <a:ext uri="{FF2B5EF4-FFF2-40B4-BE49-F238E27FC236}">
                  <a16:creationId xmlns:a16="http://schemas.microsoft.com/office/drawing/2014/main" id="{3DA99601-3313-D23D-34E5-B7468A6F5F92}"/>
                </a:ext>
              </a:extLst>
            </p:cNvPr>
            <p:cNvSpPr txBox="1">
              <a:spLocks/>
            </p:cNvSpPr>
            <p:nvPr/>
          </p:nvSpPr>
          <p:spPr>
            <a:xfrm>
              <a:off x="708084" y="3517940"/>
              <a:ext cx="4289271" cy="27977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t" anchorCtr="0">
              <a:noAutofit/>
            </a:bodyPr>
            <a:lstStyle>
              <a:lvl1pPr marL="228594" indent="-228594" algn="l" defTabSz="914377" rtl="0" eaLnBrk="1" latinLnBrk="0" hangingPunct="1">
                <a:lnSpc>
                  <a:spcPct val="110000"/>
                </a:lnSpc>
                <a:spcBef>
                  <a:spcPts val="1000"/>
                </a:spcBef>
                <a:spcAft>
                  <a:spcPts val="600"/>
                </a:spcAft>
                <a:buClrTx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542912" indent="-228594" algn="l" defTabSz="914377" rtl="0" eaLnBrk="1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600"/>
                </a:spcAft>
                <a:buClrTx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895328" indent="-228594" algn="l" defTabSz="914377" rtl="0" eaLnBrk="1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600"/>
                </a:spcAft>
                <a:buClrTx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257269" indent="-228594" algn="l" defTabSz="914377" rtl="0" eaLnBrk="1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600"/>
                </a:spcAft>
                <a:buClrTx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619210" indent="-228594" algn="l" defTabSz="914377" rtl="0" eaLnBrk="1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600"/>
                </a:spcAft>
                <a:buClrTx/>
                <a:buFont typeface="Arial" panose="020B0604020202020204" pitchFamily="34" charset="0"/>
                <a:buChar char="•"/>
                <a:tabLst>
                  <a:tab pos="1619210" algn="l"/>
                </a:tabLst>
                <a:defRPr sz="16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537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726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914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103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0"/>
                </a:spcBef>
                <a:spcAft>
                  <a:spcPts val="0"/>
                </a:spcAft>
                <a:buSzPts val="2400"/>
                <a:buNone/>
              </a:pPr>
              <a:r>
                <a:rPr lang="en-US" sz="2000" dirty="0">
                  <a:solidFill>
                    <a:schemeClr val="bg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#### Block Quote</a:t>
              </a:r>
            </a:p>
            <a:p>
              <a:pPr marL="0" indent="0">
                <a:spcBef>
                  <a:spcPts val="0"/>
                </a:spcBef>
                <a:spcAft>
                  <a:spcPts val="0"/>
                </a:spcAft>
                <a:buSzPts val="2400"/>
                <a:buNone/>
              </a:pP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&gt; Influenza B Yamagata may be *extinct*!</a:t>
              </a:r>
            </a:p>
            <a:p>
              <a:pPr marL="0" indent="0">
                <a:spcBef>
                  <a:spcPts val="0"/>
                </a:spcBef>
                <a:spcAft>
                  <a:spcPts val="0"/>
                </a:spcAft>
                <a:buSzPts val="2400"/>
                <a:buNone/>
              </a:pPr>
              <a:endParaRPr lang="en-US" sz="2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marL="0" indent="0">
                <a:spcBef>
                  <a:spcPts val="0"/>
                </a:spcBef>
                <a:spcAft>
                  <a:spcPts val="0"/>
                </a:spcAft>
                <a:buSzPts val="2400"/>
                <a:buNone/>
              </a:pPr>
              <a:r>
                <a:rPr lang="en-US" sz="2000" dirty="0">
                  <a:solidFill>
                    <a:schemeClr val="bg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#### Callout</a:t>
              </a:r>
            </a:p>
            <a:p>
              <a:pPr marL="0" indent="0">
                <a:spcBef>
                  <a:spcPts val="0"/>
                </a:spcBef>
                <a:spcAft>
                  <a:spcPts val="0"/>
                </a:spcAft>
                <a:buSzPts val="2400"/>
                <a:buNone/>
              </a:pP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::: {.callout-note}</a:t>
              </a:r>
            </a:p>
            <a:p>
              <a:pPr marL="0" indent="0">
                <a:spcBef>
                  <a:spcPts val="0"/>
                </a:spcBef>
                <a:spcAft>
                  <a:spcPts val="0"/>
                </a:spcAft>
                <a:buSzPts val="2400"/>
                <a:buNone/>
              </a:pP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Influenza B Yamagata may be *extinct*!</a:t>
              </a:r>
            </a:p>
            <a:p>
              <a:pPr marL="0" indent="0">
                <a:spcBef>
                  <a:spcPts val="0"/>
                </a:spcBef>
                <a:spcAft>
                  <a:spcPts val="0"/>
                </a:spcAft>
                <a:buSzPts val="2400"/>
                <a:buNone/>
              </a:pP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:::</a:t>
              </a:r>
            </a:p>
            <a:p>
              <a:pPr marL="0" indent="0">
                <a:spcBef>
                  <a:spcPts val="0"/>
                </a:spcBef>
                <a:spcAft>
                  <a:spcPts val="0"/>
                </a:spcAft>
                <a:buSzPts val="2400"/>
                <a:buNone/>
              </a:pPr>
              <a:endParaRPr lang="en-US" sz="2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marL="0" indent="0">
                <a:spcBef>
                  <a:spcPts val="0"/>
                </a:spcBef>
                <a:spcAft>
                  <a:spcPts val="0"/>
                </a:spcAft>
                <a:buSzPts val="2400"/>
                <a:buNone/>
              </a:pPr>
              <a:endParaRPr lang="en-US" sz="2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8" name="Google Shape;175;p24">
            <a:extLst>
              <a:ext uri="{FF2B5EF4-FFF2-40B4-BE49-F238E27FC236}">
                <a16:creationId xmlns:a16="http://schemas.microsoft.com/office/drawing/2014/main" id="{1551CA68-CFD1-83C1-8761-CD2792A47912}"/>
              </a:ext>
            </a:extLst>
          </p:cNvPr>
          <p:cNvSpPr txBox="1">
            <a:spLocks/>
          </p:cNvSpPr>
          <p:nvPr/>
        </p:nvSpPr>
        <p:spPr>
          <a:xfrm>
            <a:off x="822205" y="1380043"/>
            <a:ext cx="1508658" cy="47261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594" indent="-228594" algn="l" defTabSz="914377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42912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95328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57269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619210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tabLst>
                <a:tab pos="161921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Markdown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1D39B2F-1841-EDA0-2913-0F5CD0D707F9}"/>
              </a:ext>
            </a:extLst>
          </p:cNvPr>
          <p:cNvSpPr/>
          <p:nvPr/>
        </p:nvSpPr>
        <p:spPr>
          <a:xfrm>
            <a:off x="6432035" y="1600199"/>
            <a:ext cx="4937760" cy="4151271"/>
          </a:xfrm>
          <a:prstGeom prst="roundRect">
            <a:avLst>
              <a:gd name="adj" fmla="val 5855"/>
            </a:avLst>
          </a:prstGeom>
          <a:solidFill>
            <a:srgbClr val="FFFFFF"/>
          </a:solidFill>
          <a:ln w="381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ctr"/>
          <a:lstStyle/>
          <a:p>
            <a:pPr algn="ctr">
              <a:spcAft>
                <a:spcPts val="600"/>
              </a:spcAft>
            </a:pPr>
            <a:endParaRPr lang="en-US" dirty="0"/>
          </a:p>
        </p:txBody>
      </p:sp>
      <p:sp>
        <p:nvSpPr>
          <p:cNvPr id="16" name="Google Shape;175;p24">
            <a:extLst>
              <a:ext uri="{FF2B5EF4-FFF2-40B4-BE49-F238E27FC236}">
                <a16:creationId xmlns:a16="http://schemas.microsoft.com/office/drawing/2014/main" id="{BC3A9471-E15B-072A-7D0F-D9C3619EC080}"/>
              </a:ext>
            </a:extLst>
          </p:cNvPr>
          <p:cNvSpPr txBox="1">
            <a:spLocks/>
          </p:cNvSpPr>
          <p:nvPr/>
        </p:nvSpPr>
        <p:spPr>
          <a:xfrm>
            <a:off x="6558915" y="1380043"/>
            <a:ext cx="2469337" cy="47261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594" indent="-228594" algn="l" defTabSz="914377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42912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95328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57269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619210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tabLst>
                <a:tab pos="161921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HTML (Rendered)</a:t>
            </a: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5C2E2CA-CC8E-6A6B-4F8F-A589A2DE78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731"/>
          <a:stretch>
            <a:fillRect/>
          </a:stretch>
        </p:blipFill>
        <p:spPr>
          <a:xfrm>
            <a:off x="6558915" y="1897648"/>
            <a:ext cx="4365475" cy="3743528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F1CEF35-7E77-22B7-C6B8-C7C550DE4952}"/>
              </a:ext>
            </a:extLst>
          </p:cNvPr>
          <p:cNvCxnSpPr>
            <a:cxnSpLocks/>
          </p:cNvCxnSpPr>
          <p:nvPr/>
        </p:nvCxnSpPr>
        <p:spPr>
          <a:xfrm>
            <a:off x="5800895" y="3769437"/>
            <a:ext cx="505674" cy="0"/>
          </a:xfrm>
          <a:prstGeom prst="straightConnector1">
            <a:avLst/>
          </a:prstGeom>
          <a:ln w="101600" cap="rnd">
            <a:solidFill>
              <a:schemeClr val="accent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45235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18AB2-00B3-F4FB-3EB5-41E6865EF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B9529-CF97-EE30-5DF0-3B9D77755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685" y="288610"/>
            <a:ext cx="10243457" cy="788191"/>
          </a:xfrm>
        </p:spPr>
        <p:txBody>
          <a:bodyPr>
            <a:normAutofit/>
          </a:bodyPr>
          <a:lstStyle/>
          <a:p>
            <a:r>
              <a:rPr lang="en-US" dirty="0"/>
              <a:t>Markdown: Code Blocks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A1EBA1-E1C0-90F7-501E-35AFBFA87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F83C2-B873-F314-49D3-8492948A7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67747-A1D0-4850-AF9A-570B1A0E3F7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991A7B7-2CF4-E5E3-F3ED-43EC42939C98}"/>
              </a:ext>
            </a:extLst>
          </p:cNvPr>
          <p:cNvSpPr/>
          <p:nvPr/>
        </p:nvSpPr>
        <p:spPr>
          <a:xfrm>
            <a:off x="695324" y="1600198"/>
            <a:ext cx="4937760" cy="4151272"/>
          </a:xfrm>
          <a:prstGeom prst="roundRect">
            <a:avLst>
              <a:gd name="adj" fmla="val 585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ctr"/>
          <a:lstStyle/>
          <a:p>
            <a:pPr algn="ctr">
              <a:spcAft>
                <a:spcPts val="600"/>
              </a:spcAft>
            </a:pPr>
            <a:endParaRPr lang="en-US" dirty="0"/>
          </a:p>
        </p:txBody>
      </p:sp>
      <p:sp>
        <p:nvSpPr>
          <p:cNvPr id="8" name="Google Shape;175;p24">
            <a:extLst>
              <a:ext uri="{FF2B5EF4-FFF2-40B4-BE49-F238E27FC236}">
                <a16:creationId xmlns:a16="http://schemas.microsoft.com/office/drawing/2014/main" id="{8D5B8631-1DC4-46F0-130E-9E950DE475B2}"/>
              </a:ext>
            </a:extLst>
          </p:cNvPr>
          <p:cNvSpPr txBox="1">
            <a:spLocks/>
          </p:cNvSpPr>
          <p:nvPr/>
        </p:nvSpPr>
        <p:spPr>
          <a:xfrm>
            <a:off x="822205" y="1380043"/>
            <a:ext cx="1508658" cy="47261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594" indent="-228594" algn="l" defTabSz="914377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42912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95328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57269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619210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tabLst>
                <a:tab pos="161921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Markdown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9328935-F25D-D4CE-0F98-F0692609F63E}"/>
              </a:ext>
            </a:extLst>
          </p:cNvPr>
          <p:cNvSpPr/>
          <p:nvPr/>
        </p:nvSpPr>
        <p:spPr>
          <a:xfrm>
            <a:off x="6432035" y="1600199"/>
            <a:ext cx="4937760" cy="4151271"/>
          </a:xfrm>
          <a:prstGeom prst="roundRect">
            <a:avLst>
              <a:gd name="adj" fmla="val 5855"/>
            </a:avLst>
          </a:prstGeom>
          <a:solidFill>
            <a:srgbClr val="FFFFFF"/>
          </a:solidFill>
          <a:ln w="381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ctr"/>
          <a:lstStyle/>
          <a:p>
            <a:pPr algn="ctr">
              <a:spcAft>
                <a:spcPts val="600"/>
              </a:spcAft>
            </a:pPr>
            <a:endParaRPr lang="en-US" dirty="0"/>
          </a:p>
        </p:txBody>
      </p:sp>
      <p:sp>
        <p:nvSpPr>
          <p:cNvPr id="16" name="Google Shape;175;p24">
            <a:extLst>
              <a:ext uri="{FF2B5EF4-FFF2-40B4-BE49-F238E27FC236}">
                <a16:creationId xmlns:a16="http://schemas.microsoft.com/office/drawing/2014/main" id="{8E6791EB-E2E1-722E-8637-868AE74100E2}"/>
              </a:ext>
            </a:extLst>
          </p:cNvPr>
          <p:cNvSpPr txBox="1">
            <a:spLocks/>
          </p:cNvSpPr>
          <p:nvPr/>
        </p:nvSpPr>
        <p:spPr>
          <a:xfrm>
            <a:off x="6558915" y="1380043"/>
            <a:ext cx="2469337" cy="47261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594" indent="-228594" algn="l" defTabSz="914377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42912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95328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57269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619210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tabLst>
                <a:tab pos="161921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HTML (Rendered)</a:t>
            </a:r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C77563E-2BF5-5EDB-74EB-4C8B0B1D77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9810" y="2224147"/>
            <a:ext cx="4562210" cy="240925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82E3BC6-1C62-334A-BA1E-B6B1A2E213C3}"/>
              </a:ext>
            </a:extLst>
          </p:cNvPr>
          <p:cNvSpPr txBox="1"/>
          <p:nvPr/>
        </p:nvSpPr>
        <p:spPr>
          <a:xfrm>
            <a:off x="8658293" y="4860161"/>
            <a:ext cx="2611225" cy="47305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600"/>
              </a:spcAft>
              <a:buClr>
                <a:schemeClr val="accent1"/>
              </a:buClr>
            </a:pPr>
            <a:r>
              <a:rPr lang="en-US" sz="1200" dirty="0"/>
              <a:t>Code is executed and the result is rendered!</a:t>
            </a:r>
          </a:p>
        </p:txBody>
      </p: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F1E5A1C9-6236-2275-4E44-DAB67113F534}"/>
              </a:ext>
            </a:extLst>
          </p:cNvPr>
          <p:cNvCxnSpPr>
            <a:cxnSpLocks/>
            <a:endCxn id="12" idx="1"/>
          </p:cNvCxnSpPr>
          <p:nvPr/>
        </p:nvCxnSpPr>
        <p:spPr>
          <a:xfrm rot="16200000" flipH="1">
            <a:off x="8043224" y="4481620"/>
            <a:ext cx="650617" cy="579522"/>
          </a:xfrm>
          <a:prstGeom prst="curvedConnector2">
            <a:avLst/>
          </a:prstGeom>
          <a:ln w="19050">
            <a:solidFill>
              <a:schemeClr val="accent5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B8E0A93-159B-AC7F-1BD4-FBAFD48FFB98}"/>
              </a:ext>
            </a:extLst>
          </p:cNvPr>
          <p:cNvSpPr txBox="1"/>
          <p:nvPr/>
        </p:nvSpPr>
        <p:spPr>
          <a:xfrm>
            <a:off x="2868473" y="4134966"/>
            <a:ext cx="1487056" cy="25139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600"/>
              </a:spcAft>
              <a:buClr>
                <a:schemeClr val="accent1"/>
              </a:buClr>
            </a:pPr>
            <a:r>
              <a:rPr lang="en-US" sz="1200" dirty="0"/>
              <a:t>Called a “chunk”</a:t>
            </a:r>
          </a:p>
        </p:txBody>
      </p:sp>
      <p:cxnSp>
        <p:nvCxnSpPr>
          <p:cNvPr id="24" name="Curved Connector 23">
            <a:extLst>
              <a:ext uri="{FF2B5EF4-FFF2-40B4-BE49-F238E27FC236}">
                <a16:creationId xmlns:a16="http://schemas.microsoft.com/office/drawing/2014/main" id="{EA8DCB9A-BC65-D050-5726-84EB2ECBA0BE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2478529" y="4207254"/>
            <a:ext cx="389944" cy="53411"/>
          </a:xfrm>
          <a:prstGeom prst="curvedConnector3">
            <a:avLst>
              <a:gd name="adj1" fmla="val 50000"/>
            </a:avLst>
          </a:prstGeom>
          <a:ln w="19050">
            <a:solidFill>
              <a:schemeClr val="accent5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61E01BE-334F-B69C-D607-660BD137BDDF}"/>
              </a:ext>
            </a:extLst>
          </p:cNvPr>
          <p:cNvCxnSpPr>
            <a:cxnSpLocks/>
          </p:cNvCxnSpPr>
          <p:nvPr/>
        </p:nvCxnSpPr>
        <p:spPr>
          <a:xfrm>
            <a:off x="5843163" y="3792702"/>
            <a:ext cx="505674" cy="0"/>
          </a:xfrm>
          <a:prstGeom prst="straightConnector1">
            <a:avLst/>
          </a:prstGeom>
          <a:ln w="101600" cap="rnd">
            <a:solidFill>
              <a:schemeClr val="accent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6C0E639-6271-A5D2-5AF3-0851688B4B8E}"/>
              </a:ext>
            </a:extLst>
          </p:cNvPr>
          <p:cNvSpPr/>
          <p:nvPr/>
        </p:nvSpPr>
        <p:spPr>
          <a:xfrm>
            <a:off x="1302026" y="4034160"/>
            <a:ext cx="1093305" cy="249605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ctr"/>
          <a:lstStyle/>
          <a:p>
            <a:pPr algn="ctr">
              <a:spcAft>
                <a:spcPts val="600"/>
              </a:spcAft>
            </a:pPr>
            <a:endParaRPr lang="en-US" dirty="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A00C9B4-A18C-8D3C-FAB5-406460EA3A04}"/>
              </a:ext>
            </a:extLst>
          </p:cNvPr>
          <p:cNvSpPr/>
          <p:nvPr/>
        </p:nvSpPr>
        <p:spPr>
          <a:xfrm>
            <a:off x="1272209" y="2241308"/>
            <a:ext cx="894521" cy="249605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ctr"/>
          <a:lstStyle/>
          <a:p>
            <a:pPr algn="ctr">
              <a:spcAft>
                <a:spcPts val="600"/>
              </a:spcAft>
            </a:pPr>
            <a:endParaRPr lang="en-US" dirty="0"/>
          </a:p>
        </p:txBody>
      </p:sp>
      <p:sp>
        <p:nvSpPr>
          <p:cNvPr id="7" name="Google Shape;175;p24">
            <a:extLst>
              <a:ext uri="{FF2B5EF4-FFF2-40B4-BE49-F238E27FC236}">
                <a16:creationId xmlns:a16="http://schemas.microsoft.com/office/drawing/2014/main" id="{23DD561E-2E64-8BC2-F7BF-68975008FFAA}"/>
              </a:ext>
            </a:extLst>
          </p:cNvPr>
          <p:cNvSpPr txBox="1">
            <a:spLocks/>
          </p:cNvSpPr>
          <p:nvPr/>
        </p:nvSpPr>
        <p:spPr>
          <a:xfrm>
            <a:off x="792211" y="1832007"/>
            <a:ext cx="4675335" cy="364595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594" indent="-228594" algn="l" defTabSz="914377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42912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95328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57269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619210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tabLst>
                <a:tab pos="161921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#### Without brackets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```python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print("Bioinformaticians rule, epis drool!")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```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#### With Brackets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```{python}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print("Bioinformaticians rule, epis drool!")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```</a:t>
            </a:r>
          </a:p>
        </p:txBody>
      </p:sp>
    </p:spTree>
    <p:extLst>
      <p:ext uri="{BB962C8B-B14F-4D97-AF65-F5344CB8AC3E}">
        <p14:creationId xmlns:p14="http://schemas.microsoft.com/office/powerpoint/2010/main" val="12838188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AE970-4D94-E1B1-11F4-CA222D429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8962B48-A89B-8F98-FF4F-113509E501BE}"/>
              </a:ext>
            </a:extLst>
          </p:cNvPr>
          <p:cNvSpPr txBox="1">
            <a:spLocks/>
          </p:cNvSpPr>
          <p:nvPr/>
        </p:nvSpPr>
        <p:spPr>
          <a:xfrm>
            <a:off x="2106386" y="3378201"/>
            <a:ext cx="7772400" cy="8763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Code Chunks &amp; Automation</a:t>
            </a:r>
          </a:p>
        </p:txBody>
      </p:sp>
    </p:spTree>
    <p:extLst>
      <p:ext uri="{BB962C8B-B14F-4D97-AF65-F5344CB8AC3E}">
        <p14:creationId xmlns:p14="http://schemas.microsoft.com/office/powerpoint/2010/main" val="12273611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4D23C-B910-3A35-8BC9-5932DF9EE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76FF5-225D-E55C-CEFD-E1FD2644F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685" y="288610"/>
            <a:ext cx="10243457" cy="788191"/>
          </a:xfrm>
        </p:spPr>
        <p:txBody>
          <a:bodyPr>
            <a:normAutofit/>
          </a:bodyPr>
          <a:lstStyle/>
          <a:p>
            <a:r>
              <a:rPr lang="en-US" dirty="0"/>
              <a:t>Code “Chunk” Settings 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AC8661-D8E2-6189-A895-38C841443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65F298-0784-D478-BD0D-B4DEB97F3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67747-A1D0-4850-AF9A-570B1A0E3F7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AC64774-7CDA-8C0A-E375-4D978D51CE0D}"/>
              </a:ext>
            </a:extLst>
          </p:cNvPr>
          <p:cNvSpPr/>
          <p:nvPr/>
        </p:nvSpPr>
        <p:spPr>
          <a:xfrm>
            <a:off x="695324" y="1321905"/>
            <a:ext cx="4937760" cy="2434473"/>
          </a:xfrm>
          <a:prstGeom prst="roundRect">
            <a:avLst>
              <a:gd name="adj" fmla="val 585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ctr"/>
          <a:lstStyle/>
          <a:p>
            <a:pPr algn="ctr">
              <a:spcAft>
                <a:spcPts val="600"/>
              </a:spcAft>
            </a:pPr>
            <a:endParaRPr lang="en-US" dirty="0"/>
          </a:p>
        </p:txBody>
      </p:sp>
      <p:sp>
        <p:nvSpPr>
          <p:cNvPr id="8" name="Google Shape;175;p24">
            <a:extLst>
              <a:ext uri="{FF2B5EF4-FFF2-40B4-BE49-F238E27FC236}">
                <a16:creationId xmlns:a16="http://schemas.microsoft.com/office/drawing/2014/main" id="{033A8A74-7247-0448-CC60-A20E6C28383C}"/>
              </a:ext>
            </a:extLst>
          </p:cNvPr>
          <p:cNvSpPr txBox="1">
            <a:spLocks/>
          </p:cNvSpPr>
          <p:nvPr/>
        </p:nvSpPr>
        <p:spPr>
          <a:xfrm>
            <a:off x="822205" y="1101750"/>
            <a:ext cx="1508658" cy="47261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594" indent="-228594" algn="l" defTabSz="914377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42912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95328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57269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619210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tabLst>
                <a:tab pos="161921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Markdown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89DBB4D-EE48-7CAE-62CD-3175892C0C72}"/>
              </a:ext>
            </a:extLst>
          </p:cNvPr>
          <p:cNvSpPr/>
          <p:nvPr/>
        </p:nvSpPr>
        <p:spPr>
          <a:xfrm>
            <a:off x="6432035" y="1321907"/>
            <a:ext cx="4937760" cy="2434472"/>
          </a:xfrm>
          <a:prstGeom prst="roundRect">
            <a:avLst>
              <a:gd name="adj" fmla="val 5855"/>
            </a:avLst>
          </a:prstGeom>
          <a:solidFill>
            <a:srgbClr val="FFFFFF"/>
          </a:solidFill>
          <a:ln w="381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ctr"/>
          <a:lstStyle/>
          <a:p>
            <a:pPr algn="ctr">
              <a:spcAft>
                <a:spcPts val="600"/>
              </a:spcAft>
            </a:pPr>
            <a:endParaRPr lang="en-US" dirty="0"/>
          </a:p>
        </p:txBody>
      </p:sp>
      <p:sp>
        <p:nvSpPr>
          <p:cNvPr id="16" name="Google Shape;175;p24">
            <a:extLst>
              <a:ext uri="{FF2B5EF4-FFF2-40B4-BE49-F238E27FC236}">
                <a16:creationId xmlns:a16="http://schemas.microsoft.com/office/drawing/2014/main" id="{C089A08E-C5BC-698A-1C23-7FF9D050A781}"/>
              </a:ext>
            </a:extLst>
          </p:cNvPr>
          <p:cNvSpPr txBox="1">
            <a:spLocks/>
          </p:cNvSpPr>
          <p:nvPr/>
        </p:nvSpPr>
        <p:spPr>
          <a:xfrm>
            <a:off x="6558915" y="1101750"/>
            <a:ext cx="2469337" cy="47261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594" indent="-228594" algn="l" defTabSz="914377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42912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95328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57269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619210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tabLst>
                <a:tab pos="161921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HTML (Rendered)</a:t>
            </a:r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562C959-A520-D510-01F1-7740EA7318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365"/>
          <a:stretch>
            <a:fillRect/>
          </a:stretch>
        </p:blipFill>
        <p:spPr>
          <a:xfrm>
            <a:off x="6619810" y="1719546"/>
            <a:ext cx="4562210" cy="47305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95D205D-57BD-F46F-2595-8639B26291D5}"/>
              </a:ext>
            </a:extLst>
          </p:cNvPr>
          <p:cNvSpPr txBox="1"/>
          <p:nvPr/>
        </p:nvSpPr>
        <p:spPr>
          <a:xfrm>
            <a:off x="8330041" y="2176231"/>
            <a:ext cx="2077024" cy="47305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600"/>
              </a:spcAft>
              <a:buClr>
                <a:schemeClr val="accent1"/>
              </a:buClr>
            </a:pPr>
            <a:r>
              <a:rPr lang="en-US" sz="1200" dirty="0"/>
              <a:t>Only the result is returned - </a:t>
            </a:r>
            <a:r>
              <a:rPr lang="en-US" sz="1200" b="1" dirty="0"/>
              <a:t>no code!</a:t>
            </a:r>
          </a:p>
        </p:txBody>
      </p: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FBC0C8BD-F901-9443-C196-2C3A0CD04FF1}"/>
              </a:ext>
            </a:extLst>
          </p:cNvPr>
          <p:cNvCxnSpPr>
            <a:cxnSpLocks/>
            <a:endCxn id="12" idx="1"/>
          </p:cNvCxnSpPr>
          <p:nvPr/>
        </p:nvCxnSpPr>
        <p:spPr>
          <a:xfrm rot="16200000" flipH="1">
            <a:off x="7998848" y="2081567"/>
            <a:ext cx="373618" cy="288768"/>
          </a:xfrm>
          <a:prstGeom prst="curvedConnector2">
            <a:avLst/>
          </a:prstGeom>
          <a:ln w="19050">
            <a:solidFill>
              <a:schemeClr val="accent5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E5B1986-8241-DBA4-19BB-7BCD0F9B65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5528376"/>
              </p:ext>
            </p:extLst>
          </p:nvPr>
        </p:nvGraphicFramePr>
        <p:xfrm>
          <a:off x="695324" y="4270837"/>
          <a:ext cx="521208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1637">
                  <a:extLst>
                    <a:ext uri="{9D8B030D-6E8A-4147-A177-3AD203B41FA5}">
                      <a16:colId xmlns:a16="http://schemas.microsoft.com/office/drawing/2014/main" val="3020312459"/>
                    </a:ext>
                  </a:extLst>
                </a:gridCol>
                <a:gridCol w="3400443">
                  <a:extLst>
                    <a:ext uri="{9D8B030D-6E8A-4147-A177-3AD203B41FA5}">
                      <a16:colId xmlns:a16="http://schemas.microsoft.com/office/drawing/2014/main" val="18211349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Behavior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9563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run 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536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echo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show 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9272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output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show code 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0723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include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run code but hide 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0276577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9739205-35E5-C308-6DBC-27979E122D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4430263"/>
              </p:ext>
            </p:extLst>
          </p:nvPr>
        </p:nvGraphicFramePr>
        <p:xfrm>
          <a:off x="6115287" y="4270837"/>
          <a:ext cx="521208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1636">
                  <a:extLst>
                    <a:ext uri="{9D8B030D-6E8A-4147-A177-3AD203B41FA5}">
                      <a16:colId xmlns:a16="http://schemas.microsoft.com/office/drawing/2014/main" val="3020312459"/>
                    </a:ext>
                  </a:extLst>
                </a:gridCol>
                <a:gridCol w="3400444">
                  <a:extLst>
                    <a:ext uri="{9D8B030D-6E8A-4147-A177-3AD203B41FA5}">
                      <a16:colId xmlns:a16="http://schemas.microsoft.com/office/drawing/2014/main" val="18211349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Behavior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9563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warning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show code warnings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536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message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show code messages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9272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error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show code errors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0723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cache execution 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0276577"/>
                  </a:ext>
                </a:extLst>
              </a:tr>
            </a:tbl>
          </a:graphicData>
        </a:graphic>
      </p:graphicFrame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4A2BEBD-72B2-2A54-1258-EE92DCC36158}"/>
              </a:ext>
            </a:extLst>
          </p:cNvPr>
          <p:cNvSpPr/>
          <p:nvPr/>
        </p:nvSpPr>
        <p:spPr>
          <a:xfrm>
            <a:off x="822205" y="1810526"/>
            <a:ext cx="2248986" cy="624564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ctr"/>
          <a:lstStyle/>
          <a:p>
            <a:pPr algn="ctr">
              <a:spcAft>
                <a:spcPts val="600"/>
              </a:spcAft>
            </a:pPr>
            <a:endParaRPr lang="en-US" dirty="0"/>
          </a:p>
        </p:txBody>
      </p:sp>
      <p:sp>
        <p:nvSpPr>
          <p:cNvPr id="7" name="Google Shape;175;p24">
            <a:extLst>
              <a:ext uri="{FF2B5EF4-FFF2-40B4-BE49-F238E27FC236}">
                <a16:creationId xmlns:a16="http://schemas.microsoft.com/office/drawing/2014/main" id="{BA70E4F1-5EEB-BFD3-F195-FEB6908F1F28}"/>
              </a:ext>
            </a:extLst>
          </p:cNvPr>
          <p:cNvSpPr txBox="1">
            <a:spLocks/>
          </p:cNvSpPr>
          <p:nvPr/>
        </p:nvSpPr>
        <p:spPr>
          <a:xfrm>
            <a:off x="792211" y="1457847"/>
            <a:ext cx="4743987" cy="213813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594" indent="-228594" algn="l" defTabSz="914377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42912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95328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57269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619210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tabLst>
                <a:tab pos="161921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```{python}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#| echo: false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#| output: true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print("Bioinformaticians rule, epis drool!")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```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6619CB1-652A-C690-A93F-ECA46943C2DF}"/>
              </a:ext>
            </a:extLst>
          </p:cNvPr>
          <p:cNvCxnSpPr>
            <a:cxnSpLocks/>
          </p:cNvCxnSpPr>
          <p:nvPr/>
        </p:nvCxnSpPr>
        <p:spPr>
          <a:xfrm>
            <a:off x="5843163" y="2568175"/>
            <a:ext cx="505674" cy="0"/>
          </a:xfrm>
          <a:prstGeom prst="straightConnector1">
            <a:avLst/>
          </a:prstGeom>
          <a:ln w="101600" cap="rnd">
            <a:solidFill>
              <a:schemeClr val="accent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69CF427-A6C7-E669-DD74-62F12717F57A}"/>
              </a:ext>
            </a:extLst>
          </p:cNvPr>
          <p:cNvCxnSpPr/>
          <p:nvPr/>
        </p:nvCxnSpPr>
        <p:spPr>
          <a:xfrm>
            <a:off x="1182757" y="4015409"/>
            <a:ext cx="9273208" cy="0"/>
          </a:xfrm>
          <a:prstGeom prst="line">
            <a:avLst/>
          </a:prstGeom>
          <a:ln w="25400" cap="rnd">
            <a:solidFill>
              <a:schemeClr val="tx1">
                <a:lumMod val="85000"/>
                <a:lumOff val="1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225F013-9427-7E0D-6ACE-332BD908FC66}"/>
              </a:ext>
            </a:extLst>
          </p:cNvPr>
          <p:cNvSpPr txBox="1"/>
          <p:nvPr/>
        </p:nvSpPr>
        <p:spPr>
          <a:xfrm>
            <a:off x="3586054" y="1646658"/>
            <a:ext cx="2077024" cy="26165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600"/>
              </a:spcAft>
              <a:buClr>
                <a:schemeClr val="accent1"/>
              </a:buClr>
            </a:pPr>
            <a:r>
              <a:rPr lang="en-US" sz="1200" dirty="0"/>
              <a:t>Execution settings</a:t>
            </a:r>
          </a:p>
        </p:txBody>
      </p:sp>
      <p:cxnSp>
        <p:nvCxnSpPr>
          <p:cNvPr id="21" name="Curved Connector 20">
            <a:extLst>
              <a:ext uri="{FF2B5EF4-FFF2-40B4-BE49-F238E27FC236}">
                <a16:creationId xmlns:a16="http://schemas.microsoft.com/office/drawing/2014/main" id="{41DBA954-4147-6674-01FE-FA420BFEAB34}"/>
              </a:ext>
            </a:extLst>
          </p:cNvPr>
          <p:cNvCxnSpPr>
            <a:cxnSpLocks/>
            <a:endCxn id="20" idx="1"/>
          </p:cNvCxnSpPr>
          <p:nvPr/>
        </p:nvCxnSpPr>
        <p:spPr>
          <a:xfrm flipV="1">
            <a:off x="3200400" y="1777486"/>
            <a:ext cx="385654" cy="261656"/>
          </a:xfrm>
          <a:prstGeom prst="curvedConnector3">
            <a:avLst>
              <a:gd name="adj1" fmla="val 50000"/>
            </a:avLst>
          </a:prstGeom>
          <a:ln w="19050">
            <a:solidFill>
              <a:schemeClr val="accent5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80376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85466-221E-4D27-953A-E1E8869AA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75;p24">
            <a:extLst>
              <a:ext uri="{FF2B5EF4-FFF2-40B4-BE49-F238E27FC236}">
                <a16:creationId xmlns:a16="http://schemas.microsoft.com/office/drawing/2014/main" id="{27C04E22-9813-260F-4B65-C379D412A0D2}"/>
              </a:ext>
            </a:extLst>
          </p:cNvPr>
          <p:cNvSpPr txBox="1">
            <a:spLocks/>
          </p:cNvSpPr>
          <p:nvPr/>
        </p:nvSpPr>
        <p:spPr>
          <a:xfrm>
            <a:off x="695324" y="1216823"/>
            <a:ext cx="10801351" cy="40409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594" indent="-228594" algn="l" defTabSz="914377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42912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95328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57269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619210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tabLst>
                <a:tab pos="161921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B7E143-3F2B-8F1E-FE65-CEAF31EA5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685" y="288610"/>
            <a:ext cx="10243457" cy="788191"/>
          </a:xfrm>
        </p:spPr>
        <p:txBody>
          <a:bodyPr>
            <a:normAutofit/>
          </a:bodyPr>
          <a:lstStyle/>
          <a:p>
            <a:r>
              <a:rPr lang="en-US" dirty="0"/>
              <a:t>Automation with Code Chunks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7B369B-C2A6-E465-D0B6-40863F213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2E99C-FD30-E135-57E8-B3C339E8C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67747-A1D0-4850-AF9A-570B1A0E3F7F}" type="slidenum">
              <a:rPr lang="en-US" smtClean="0"/>
              <a:pPr/>
              <a:t>15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A11735F-D6D3-4B9B-4C50-CCA093610689}"/>
              </a:ext>
            </a:extLst>
          </p:cNvPr>
          <p:cNvGrpSpPr/>
          <p:nvPr/>
        </p:nvGrpSpPr>
        <p:grpSpPr>
          <a:xfrm>
            <a:off x="695324" y="1600198"/>
            <a:ext cx="4937760" cy="3198045"/>
            <a:chOff x="620484" y="3340059"/>
            <a:chExt cx="4464471" cy="4184675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49E3BBC4-66D6-1C9F-402B-54783A03E237}"/>
                </a:ext>
              </a:extLst>
            </p:cNvPr>
            <p:cNvSpPr/>
            <p:nvPr/>
          </p:nvSpPr>
          <p:spPr>
            <a:xfrm>
              <a:off x="620484" y="3340059"/>
              <a:ext cx="4464471" cy="4184675"/>
            </a:xfrm>
            <a:prstGeom prst="roundRect">
              <a:avLst>
                <a:gd name="adj" fmla="val 5855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bIns="72000" rtlCol="0" anchor="ctr"/>
            <a:lstStyle/>
            <a:p>
              <a:pPr algn="ctr">
                <a:spcAft>
                  <a:spcPts val="600"/>
                </a:spcAft>
              </a:pPr>
              <a:endParaRPr lang="en-US" dirty="0"/>
            </a:p>
          </p:txBody>
        </p:sp>
        <p:sp>
          <p:nvSpPr>
            <p:cNvPr id="7" name="Google Shape;175;p24">
              <a:extLst>
                <a:ext uri="{FF2B5EF4-FFF2-40B4-BE49-F238E27FC236}">
                  <a16:creationId xmlns:a16="http://schemas.microsoft.com/office/drawing/2014/main" id="{8DFE730C-441C-6B8C-A6A0-9B9F5F25414C}"/>
                </a:ext>
              </a:extLst>
            </p:cNvPr>
            <p:cNvSpPr txBox="1">
              <a:spLocks/>
            </p:cNvSpPr>
            <p:nvPr/>
          </p:nvSpPr>
          <p:spPr>
            <a:xfrm>
              <a:off x="708084" y="3517941"/>
              <a:ext cx="4289271" cy="38711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t" anchorCtr="0">
              <a:noAutofit/>
            </a:bodyPr>
            <a:lstStyle>
              <a:lvl1pPr marL="228594" indent="-228594" algn="l" defTabSz="914377" rtl="0" eaLnBrk="1" latinLnBrk="0" hangingPunct="1">
                <a:lnSpc>
                  <a:spcPct val="110000"/>
                </a:lnSpc>
                <a:spcBef>
                  <a:spcPts val="1000"/>
                </a:spcBef>
                <a:spcAft>
                  <a:spcPts val="600"/>
                </a:spcAft>
                <a:buClrTx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542912" indent="-228594" algn="l" defTabSz="914377" rtl="0" eaLnBrk="1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600"/>
                </a:spcAft>
                <a:buClrTx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895328" indent="-228594" algn="l" defTabSz="914377" rtl="0" eaLnBrk="1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600"/>
                </a:spcAft>
                <a:buClrTx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257269" indent="-228594" algn="l" defTabSz="914377" rtl="0" eaLnBrk="1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600"/>
                </a:spcAft>
                <a:buClrTx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619210" indent="-228594" algn="l" defTabSz="914377" rtl="0" eaLnBrk="1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600"/>
                </a:spcAft>
                <a:buClrTx/>
                <a:buFont typeface="Arial" panose="020B0604020202020204" pitchFamily="34" charset="0"/>
                <a:buChar char="•"/>
                <a:tabLst>
                  <a:tab pos="1619210" algn="l"/>
                </a:tabLst>
                <a:defRPr sz="16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537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726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914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103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0"/>
                </a:spcBef>
                <a:spcAft>
                  <a:spcPts val="0"/>
                </a:spcAft>
                <a:buSzPts val="2400"/>
                <a:buNone/>
              </a:pPr>
              <a:r>
                <a:rPr lang="en-US" sz="1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```{r}</a:t>
              </a:r>
            </a:p>
            <a:p>
              <a:pPr marL="0" indent="0">
                <a:spcBef>
                  <a:spcPts val="0"/>
                </a:spcBef>
                <a:spcAft>
                  <a:spcPts val="0"/>
                </a:spcAft>
                <a:buSzPts val="2400"/>
                <a:buNone/>
              </a:pPr>
              <a:r>
                <a:rPr lang="en-US" sz="1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#| echo: false</a:t>
              </a:r>
            </a:p>
            <a:p>
              <a:pPr marL="0" indent="0">
                <a:spcBef>
                  <a:spcPts val="0"/>
                </a:spcBef>
                <a:spcAft>
                  <a:spcPts val="0"/>
                </a:spcAft>
                <a:buSzPts val="2400"/>
                <a:buNone/>
              </a:pPr>
              <a:r>
                <a:rPr lang="en-US" sz="1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#| warning: false</a:t>
              </a:r>
            </a:p>
            <a:p>
              <a:pPr marL="0" indent="0">
                <a:spcBef>
                  <a:spcPts val="0"/>
                </a:spcBef>
                <a:spcAft>
                  <a:spcPts val="0"/>
                </a:spcAft>
                <a:buSzPts val="2400"/>
                <a:buNone/>
              </a:pPr>
              <a:r>
                <a:rPr lang="en-US" sz="1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#| message: false</a:t>
              </a:r>
            </a:p>
            <a:p>
              <a:pPr marL="0" indent="0">
                <a:spcBef>
                  <a:spcPts val="0"/>
                </a:spcBef>
                <a:spcAft>
                  <a:spcPts val="0"/>
                </a:spcAft>
                <a:buSzPts val="2400"/>
                <a:buNone/>
              </a:pPr>
              <a:r>
                <a:rPr lang="en-US" sz="1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#| error: false</a:t>
              </a:r>
            </a:p>
            <a:p>
              <a:pPr marL="0" indent="0">
                <a:spcBef>
                  <a:spcPts val="0"/>
                </a:spcBef>
                <a:spcAft>
                  <a:spcPts val="0"/>
                </a:spcAft>
                <a:buSzPts val="2400"/>
                <a:buNone/>
              </a:pPr>
              <a:r>
                <a:rPr lang="en-US" sz="1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#| output: true</a:t>
              </a:r>
            </a:p>
            <a:p>
              <a:pPr marL="0" indent="0">
                <a:spcBef>
                  <a:spcPts val="0"/>
                </a:spcBef>
                <a:spcAft>
                  <a:spcPts val="0"/>
                </a:spcAft>
                <a:buSzPts val="2400"/>
                <a:buNone/>
              </a:pPr>
              <a:endParaRPr lang="en-US" sz="18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marL="0" indent="0">
                <a:spcBef>
                  <a:spcPts val="0"/>
                </a:spcBef>
                <a:spcAft>
                  <a:spcPts val="0"/>
                </a:spcAft>
                <a:buSzPts val="2400"/>
                <a:buNone/>
              </a:pPr>
              <a:r>
                <a:rPr lang="en-US" sz="1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df</a:t>
              </a:r>
              <a:r>
                <a:rPr lang="en-US" sz="1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&lt;- </a:t>
              </a:r>
              <a:r>
                <a:rPr lang="en-US" sz="1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read.csv</a:t>
              </a:r>
              <a:r>
                <a:rPr lang="en-US" sz="1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('</a:t>
              </a:r>
              <a:r>
                <a:rPr lang="en-US" sz="1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results.csv</a:t>
              </a:r>
              <a:r>
                <a:rPr lang="en-US" sz="1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')</a:t>
              </a:r>
            </a:p>
            <a:p>
              <a:pPr marL="0" indent="0">
                <a:spcBef>
                  <a:spcPts val="0"/>
                </a:spcBef>
                <a:spcAft>
                  <a:spcPts val="0"/>
                </a:spcAft>
                <a:buSzPts val="2400"/>
                <a:buNone/>
              </a:pPr>
              <a:r>
                <a:rPr lang="en-US" sz="1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knitr</a:t>
              </a:r>
              <a:r>
                <a:rPr lang="en-US" sz="1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::</a:t>
              </a:r>
              <a:r>
                <a:rPr lang="en-US" sz="1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kable</a:t>
              </a:r>
              <a:r>
                <a:rPr lang="en-US" sz="1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  <a:r>
                <a:rPr lang="en-US" sz="1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df</a:t>
              </a:r>
              <a:r>
                <a:rPr lang="en-US" sz="1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</a:p>
            <a:p>
              <a:pPr marL="0" indent="0">
                <a:spcBef>
                  <a:spcPts val="0"/>
                </a:spcBef>
                <a:spcAft>
                  <a:spcPts val="0"/>
                </a:spcAft>
                <a:buSzPts val="2400"/>
                <a:buNone/>
              </a:pPr>
              <a:r>
                <a:rPr lang="en-US" sz="1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```</a:t>
              </a:r>
            </a:p>
          </p:txBody>
        </p:sp>
      </p:grpSp>
      <p:sp>
        <p:nvSpPr>
          <p:cNvPr id="8" name="Google Shape;175;p24">
            <a:extLst>
              <a:ext uri="{FF2B5EF4-FFF2-40B4-BE49-F238E27FC236}">
                <a16:creationId xmlns:a16="http://schemas.microsoft.com/office/drawing/2014/main" id="{15D9FA6B-F101-BBA3-4475-BCD979C4A46A}"/>
              </a:ext>
            </a:extLst>
          </p:cNvPr>
          <p:cNvSpPr txBox="1">
            <a:spLocks/>
          </p:cNvSpPr>
          <p:nvPr/>
        </p:nvSpPr>
        <p:spPr>
          <a:xfrm>
            <a:off x="822205" y="1380043"/>
            <a:ext cx="1508658" cy="47261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594" indent="-228594" algn="l" defTabSz="914377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42912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95328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57269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619210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tabLst>
                <a:tab pos="161921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Markdown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9D99151-0BA3-B127-63E2-4431F4333E82}"/>
              </a:ext>
            </a:extLst>
          </p:cNvPr>
          <p:cNvSpPr/>
          <p:nvPr/>
        </p:nvSpPr>
        <p:spPr>
          <a:xfrm>
            <a:off x="6432035" y="1600200"/>
            <a:ext cx="4937760" cy="3197690"/>
          </a:xfrm>
          <a:prstGeom prst="roundRect">
            <a:avLst>
              <a:gd name="adj" fmla="val 5855"/>
            </a:avLst>
          </a:prstGeom>
          <a:solidFill>
            <a:srgbClr val="FFFFFF"/>
          </a:solidFill>
          <a:ln w="381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ctr"/>
          <a:lstStyle/>
          <a:p>
            <a:pPr algn="ctr">
              <a:spcAft>
                <a:spcPts val="600"/>
              </a:spcAft>
            </a:pPr>
            <a:endParaRPr lang="en-US" dirty="0"/>
          </a:p>
        </p:txBody>
      </p:sp>
      <p:sp>
        <p:nvSpPr>
          <p:cNvPr id="10" name="Google Shape;175;p24">
            <a:extLst>
              <a:ext uri="{FF2B5EF4-FFF2-40B4-BE49-F238E27FC236}">
                <a16:creationId xmlns:a16="http://schemas.microsoft.com/office/drawing/2014/main" id="{F105067F-7C86-D085-0682-F173CCDB05FB}"/>
              </a:ext>
            </a:extLst>
          </p:cNvPr>
          <p:cNvSpPr txBox="1">
            <a:spLocks/>
          </p:cNvSpPr>
          <p:nvPr/>
        </p:nvSpPr>
        <p:spPr>
          <a:xfrm>
            <a:off x="6558915" y="1380043"/>
            <a:ext cx="2469337" cy="47261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594" indent="-228594" algn="l" defTabSz="914377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42912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95328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57269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619210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tabLst>
                <a:tab pos="161921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HTML (Rendered)</a:t>
            </a:r>
          </a:p>
        </p:txBody>
      </p:sp>
      <p:pic>
        <p:nvPicPr>
          <p:cNvPr id="17" name="Picture 16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AEB0788A-2EF4-D4FF-FDD0-0E85A3C6D4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8760" y="2394532"/>
            <a:ext cx="4544309" cy="130321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C494C25-775C-F6A8-152E-8B15CF3C6D5C}"/>
              </a:ext>
            </a:extLst>
          </p:cNvPr>
          <p:cNvSpPr txBox="1"/>
          <p:nvPr/>
        </p:nvSpPr>
        <p:spPr>
          <a:xfrm>
            <a:off x="2484688" y="4866712"/>
            <a:ext cx="4708975" cy="47305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600"/>
              </a:spcAft>
              <a:buClr>
                <a:schemeClr val="accent1"/>
              </a:buClr>
            </a:pP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kable</a:t>
            </a:r>
            <a:r>
              <a:rPr lang="en-US" sz="1400" dirty="0"/>
              <a:t> renders </a:t>
            </a:r>
            <a:r>
              <a:rPr lang="en-US" sz="1400" dirty="0" err="1"/>
              <a:t>dataframes</a:t>
            </a:r>
            <a:r>
              <a:rPr lang="en-US" sz="1400" dirty="0"/>
              <a:t> to markdown tables! </a:t>
            </a:r>
          </a:p>
        </p:txBody>
      </p:sp>
      <p:cxnSp>
        <p:nvCxnSpPr>
          <p:cNvPr id="19" name="Curved Connector 18">
            <a:extLst>
              <a:ext uri="{FF2B5EF4-FFF2-40B4-BE49-F238E27FC236}">
                <a16:creationId xmlns:a16="http://schemas.microsoft.com/office/drawing/2014/main" id="{56745882-2ED8-E592-7385-6CB1F6B4C352}"/>
              </a:ext>
            </a:extLst>
          </p:cNvPr>
          <p:cNvCxnSpPr>
            <a:cxnSpLocks/>
            <a:endCxn id="18" idx="1"/>
          </p:cNvCxnSpPr>
          <p:nvPr/>
        </p:nvCxnSpPr>
        <p:spPr>
          <a:xfrm rot="16200000" flipH="1">
            <a:off x="1998963" y="4617516"/>
            <a:ext cx="562684" cy="408765"/>
          </a:xfrm>
          <a:prstGeom prst="curvedConnector2">
            <a:avLst/>
          </a:prstGeom>
          <a:ln w="19050">
            <a:solidFill>
              <a:schemeClr val="accent5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FE720EF-B654-EDB7-6E0E-E27CEB3378A1}"/>
              </a:ext>
            </a:extLst>
          </p:cNvPr>
          <p:cNvCxnSpPr>
            <a:cxnSpLocks/>
          </p:cNvCxnSpPr>
          <p:nvPr/>
        </p:nvCxnSpPr>
        <p:spPr>
          <a:xfrm>
            <a:off x="5753711" y="3224157"/>
            <a:ext cx="505674" cy="0"/>
          </a:xfrm>
          <a:prstGeom prst="straightConnector1">
            <a:avLst/>
          </a:prstGeom>
          <a:ln w="101600" cap="rnd">
            <a:solidFill>
              <a:schemeClr val="accent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90646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B09CF-41A6-644A-90AC-68EB0C6BB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5F5A5-664D-CF1C-1A9C-0F0556E22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685" y="288610"/>
            <a:ext cx="10243457" cy="788191"/>
          </a:xfrm>
        </p:spPr>
        <p:txBody>
          <a:bodyPr>
            <a:normAutofit/>
          </a:bodyPr>
          <a:lstStyle/>
          <a:p>
            <a:r>
              <a:rPr lang="en-US" dirty="0"/>
              <a:t>Using Multiple Code Languages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5E2439-A931-355E-EE95-00EBA479A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6CB3F8-57C6-1368-58BA-600F5577B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67747-A1D0-4850-AF9A-570B1A0E3F7F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7" name="Google Shape;175;p24">
            <a:extLst>
              <a:ext uri="{FF2B5EF4-FFF2-40B4-BE49-F238E27FC236}">
                <a16:creationId xmlns:a16="http://schemas.microsoft.com/office/drawing/2014/main" id="{D3BD5EC4-EE38-A703-67C3-8C8151786458}"/>
              </a:ext>
            </a:extLst>
          </p:cNvPr>
          <p:cNvSpPr txBox="1">
            <a:spLocks/>
          </p:cNvSpPr>
          <p:nvPr/>
        </p:nvSpPr>
        <p:spPr>
          <a:xfrm>
            <a:off x="940426" y="1290869"/>
            <a:ext cx="8693768" cy="213813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594" indent="-228594" algn="l" defTabSz="914377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42912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95328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57269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619210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tabLst>
                <a:tab pos="161921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800" dirty="0"/>
              <a:t>Multiple coding languages can be used in a single document including Python, R, Bash, and SQL.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lang="en-US" sz="18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800" dirty="0"/>
              <a:t>Python is executed via R using the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reticulate</a:t>
            </a:r>
            <a:r>
              <a:rPr lang="en-US" sz="1800" dirty="0"/>
              <a:t> package when included in the same document.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lang="en-US" sz="1800"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2257486-67F3-AFBF-0275-6DE3D453F8D7}"/>
              </a:ext>
            </a:extLst>
          </p:cNvPr>
          <p:cNvSpPr/>
          <p:nvPr/>
        </p:nvSpPr>
        <p:spPr>
          <a:xfrm>
            <a:off x="940426" y="3333477"/>
            <a:ext cx="9844073" cy="2709103"/>
          </a:xfrm>
          <a:prstGeom prst="roundRect">
            <a:avLst>
              <a:gd name="adj" fmla="val 585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ctr"/>
          <a:lstStyle/>
          <a:p>
            <a:pPr algn="ctr">
              <a:spcAft>
                <a:spcPts val="600"/>
              </a:spcAft>
            </a:pP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FBFA54A-FE72-3460-8306-12C5EBD5DAED}"/>
              </a:ext>
            </a:extLst>
          </p:cNvPr>
          <p:cNvSpPr txBox="1"/>
          <p:nvPr/>
        </p:nvSpPr>
        <p:spPr>
          <a:xfrm>
            <a:off x="5732792" y="2770501"/>
            <a:ext cx="69395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400" dirty="0"/>
              <a:t>Requires configuration. Turn off with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{python,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python.reticulate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FALSE}</a:t>
            </a:r>
          </a:p>
        </p:txBody>
      </p:sp>
      <p:cxnSp>
        <p:nvCxnSpPr>
          <p:cNvPr id="23" name="Curved Connector 22">
            <a:extLst>
              <a:ext uri="{FF2B5EF4-FFF2-40B4-BE49-F238E27FC236}">
                <a16:creationId xmlns:a16="http://schemas.microsoft.com/office/drawing/2014/main" id="{5CC81264-CC81-1AD2-119F-C7CFC03E632B}"/>
              </a:ext>
            </a:extLst>
          </p:cNvPr>
          <p:cNvCxnSpPr>
            <a:cxnSpLocks/>
            <a:endCxn id="22" idx="1"/>
          </p:cNvCxnSpPr>
          <p:nvPr/>
        </p:nvCxnSpPr>
        <p:spPr>
          <a:xfrm rot="16200000" flipH="1">
            <a:off x="5315974" y="2615293"/>
            <a:ext cx="456564" cy="377072"/>
          </a:xfrm>
          <a:prstGeom prst="curvedConnector2">
            <a:avLst/>
          </a:prstGeom>
          <a:ln w="19050">
            <a:solidFill>
              <a:schemeClr val="accent5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A3EDCB0-46B0-9C73-BFC7-F5FE1460C02E}"/>
              </a:ext>
            </a:extLst>
          </p:cNvPr>
          <p:cNvSpPr/>
          <p:nvPr/>
        </p:nvSpPr>
        <p:spPr>
          <a:xfrm>
            <a:off x="1679713" y="3580277"/>
            <a:ext cx="506896" cy="282164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ctr"/>
          <a:lstStyle/>
          <a:p>
            <a:pPr algn="ctr">
              <a:spcAft>
                <a:spcPts val="600"/>
              </a:spcAft>
            </a:pPr>
            <a:endParaRPr lang="en-US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4970053-C613-9A35-7B8E-A49AAFBAACD0}"/>
              </a:ext>
            </a:extLst>
          </p:cNvPr>
          <p:cNvSpPr/>
          <p:nvPr/>
        </p:nvSpPr>
        <p:spPr>
          <a:xfrm>
            <a:off x="1679713" y="4915434"/>
            <a:ext cx="1232452" cy="282164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ctr"/>
          <a:lstStyle/>
          <a:p>
            <a:pPr algn="ctr">
              <a:spcAft>
                <a:spcPts val="600"/>
              </a:spcAft>
            </a:pPr>
            <a:endParaRPr lang="en-US" dirty="0"/>
          </a:p>
        </p:txBody>
      </p:sp>
      <p:sp>
        <p:nvSpPr>
          <p:cNvPr id="17" name="Google Shape;175;p24">
            <a:extLst>
              <a:ext uri="{FF2B5EF4-FFF2-40B4-BE49-F238E27FC236}">
                <a16:creationId xmlns:a16="http://schemas.microsoft.com/office/drawing/2014/main" id="{22853DF4-6623-D1D4-42E3-1D50626AC055}"/>
              </a:ext>
            </a:extLst>
          </p:cNvPr>
          <p:cNvSpPr txBox="1">
            <a:spLocks/>
          </p:cNvSpPr>
          <p:nvPr/>
        </p:nvSpPr>
        <p:spPr>
          <a:xfrm>
            <a:off x="1133582" y="3484274"/>
            <a:ext cx="9457760" cy="239969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594" indent="-228594" algn="l" defTabSz="914377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42912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95328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57269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619210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tabLst>
                <a:tab pos="161921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```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{r}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read_csv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(“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results.csv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”)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```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```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{python}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df.head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```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A2744D2-18EB-AA0C-F698-AB1290794B3B}"/>
              </a:ext>
            </a:extLst>
          </p:cNvPr>
          <p:cNvGrpSpPr/>
          <p:nvPr/>
        </p:nvGrpSpPr>
        <p:grpSpPr>
          <a:xfrm>
            <a:off x="2597980" y="5386893"/>
            <a:ext cx="4011542" cy="523220"/>
            <a:chOff x="2623930" y="5447740"/>
            <a:chExt cx="4011542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2E15A6D-12B5-B525-591A-F8A98FA3F25D}"/>
                </a:ext>
              </a:extLst>
            </p:cNvPr>
            <p:cNvSpPr txBox="1"/>
            <p:nvPr/>
          </p:nvSpPr>
          <p:spPr>
            <a:xfrm>
              <a:off x="3140765" y="5447740"/>
              <a:ext cx="349470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SzPts val="2400"/>
              </a:pPr>
              <a:r>
                <a:rPr lang="en-US" sz="1400" dirty="0"/>
                <a:t>Objects are shared between languages (requires </a:t>
              </a:r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reticulate</a:t>
              </a:r>
              <a:r>
                <a:rPr lang="en-US" sz="1400" dirty="0"/>
                <a:t>)</a:t>
              </a:r>
            </a:p>
          </p:txBody>
        </p:sp>
        <p:cxnSp>
          <p:nvCxnSpPr>
            <p:cNvPr id="8" name="Curved Connector 7">
              <a:extLst>
                <a:ext uri="{FF2B5EF4-FFF2-40B4-BE49-F238E27FC236}">
                  <a16:creationId xmlns:a16="http://schemas.microsoft.com/office/drawing/2014/main" id="{A2750C57-0837-904D-5E82-75A7C5A6EDF6}"/>
                </a:ext>
              </a:extLst>
            </p:cNvPr>
            <p:cNvCxnSpPr>
              <a:cxnSpLocks/>
              <a:endCxn id="6" idx="1"/>
            </p:cNvCxnSpPr>
            <p:nvPr/>
          </p:nvCxnSpPr>
          <p:spPr>
            <a:xfrm>
              <a:off x="2623930" y="5447740"/>
              <a:ext cx="516835" cy="261610"/>
            </a:xfrm>
            <a:prstGeom prst="curvedConnector3">
              <a:avLst>
                <a:gd name="adj1" fmla="val 50000"/>
              </a:avLst>
            </a:prstGeom>
            <a:ln w="19050">
              <a:solidFill>
                <a:schemeClr val="accent5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928566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9A046-C683-8EF6-D206-2228C8F5B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D7F3F-6BF1-3CCA-2BB9-D33A532C5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685" y="288610"/>
            <a:ext cx="10243457" cy="788191"/>
          </a:xfrm>
        </p:spPr>
        <p:txBody>
          <a:bodyPr>
            <a:normAutofit/>
          </a:bodyPr>
          <a:lstStyle/>
          <a:p>
            <a:r>
              <a:rPr lang="en-US" dirty="0"/>
              <a:t>Quarto Front Matter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2516BE-0C66-A7F7-B1A4-31A8C8462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16195B-B59B-4324-3F5A-D81544285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67747-A1D0-4850-AF9A-570B1A0E3F7F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222066D-70BE-4144-2B57-DB7B186FAEC3}"/>
              </a:ext>
            </a:extLst>
          </p:cNvPr>
          <p:cNvSpPr/>
          <p:nvPr/>
        </p:nvSpPr>
        <p:spPr>
          <a:xfrm>
            <a:off x="6276885" y="677227"/>
            <a:ext cx="4937760" cy="5503546"/>
          </a:xfrm>
          <a:prstGeom prst="roundRect">
            <a:avLst>
              <a:gd name="adj" fmla="val 585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ctr"/>
          <a:lstStyle/>
          <a:p>
            <a:pPr algn="ctr">
              <a:spcAft>
                <a:spcPts val="600"/>
              </a:spcAft>
            </a:pPr>
            <a:endParaRPr lang="en-US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3BF026C-E2D5-5001-5380-280DE309E7A9}"/>
              </a:ext>
            </a:extLst>
          </p:cNvPr>
          <p:cNvSpPr/>
          <p:nvPr/>
        </p:nvSpPr>
        <p:spPr>
          <a:xfrm>
            <a:off x="6403766" y="1403837"/>
            <a:ext cx="977898" cy="228600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ctr"/>
          <a:lstStyle/>
          <a:p>
            <a:pPr algn="ctr">
              <a:spcAft>
                <a:spcPts val="600"/>
              </a:spcAft>
            </a:pPr>
            <a:endParaRPr lang="en-US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2AC45C5-C8B8-777F-E96A-6639353E947D}"/>
              </a:ext>
            </a:extLst>
          </p:cNvPr>
          <p:cNvSpPr/>
          <p:nvPr/>
        </p:nvSpPr>
        <p:spPr>
          <a:xfrm>
            <a:off x="6403765" y="1734819"/>
            <a:ext cx="1130297" cy="228600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ctr"/>
          <a:lstStyle/>
          <a:p>
            <a:pPr algn="ctr">
              <a:spcAft>
                <a:spcPts val="600"/>
              </a:spcAft>
            </a:pPr>
            <a:endParaRPr lang="en-US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142A975-6E69-1012-06B4-1096DE77C20B}"/>
              </a:ext>
            </a:extLst>
          </p:cNvPr>
          <p:cNvSpPr/>
          <p:nvPr/>
        </p:nvSpPr>
        <p:spPr>
          <a:xfrm>
            <a:off x="6403765" y="2411837"/>
            <a:ext cx="808565" cy="228600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ctr"/>
          <a:lstStyle/>
          <a:p>
            <a:pPr algn="ctr">
              <a:spcAft>
                <a:spcPts val="600"/>
              </a:spcAft>
            </a:pPr>
            <a:endParaRPr lang="en-US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8BDF17D-0355-B712-69BE-0F88E477EF17}"/>
              </a:ext>
            </a:extLst>
          </p:cNvPr>
          <p:cNvSpPr/>
          <p:nvPr/>
        </p:nvSpPr>
        <p:spPr>
          <a:xfrm>
            <a:off x="6403765" y="2746291"/>
            <a:ext cx="1130297" cy="228600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ctr"/>
          <a:lstStyle/>
          <a:p>
            <a:pPr algn="ctr">
              <a:spcAft>
                <a:spcPts val="600"/>
              </a:spcAft>
            </a:pPr>
            <a:endParaRPr lang="en-US" dirty="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DFBC5F3-6419-643C-3391-40E0AE17B1FE}"/>
              </a:ext>
            </a:extLst>
          </p:cNvPr>
          <p:cNvSpPr/>
          <p:nvPr/>
        </p:nvSpPr>
        <p:spPr>
          <a:xfrm>
            <a:off x="6742799" y="3080745"/>
            <a:ext cx="791263" cy="228600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ctr"/>
          <a:lstStyle/>
          <a:p>
            <a:pPr algn="ctr">
              <a:spcAft>
                <a:spcPts val="600"/>
              </a:spcAft>
            </a:pPr>
            <a:endParaRPr lang="en-US" dirty="0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10F1D03-D894-0031-4EA7-2E564853FD5F}"/>
              </a:ext>
            </a:extLst>
          </p:cNvPr>
          <p:cNvSpPr/>
          <p:nvPr/>
        </p:nvSpPr>
        <p:spPr>
          <a:xfrm>
            <a:off x="7055613" y="3433359"/>
            <a:ext cx="2434523" cy="228600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ctr"/>
          <a:lstStyle/>
          <a:p>
            <a:pPr algn="ctr">
              <a:spcAft>
                <a:spcPts val="600"/>
              </a:spcAft>
            </a:pPr>
            <a:endParaRPr lang="en-US"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B021582-1506-07C3-2024-8CB44B2FB5C5}"/>
              </a:ext>
            </a:extLst>
          </p:cNvPr>
          <p:cNvSpPr/>
          <p:nvPr/>
        </p:nvSpPr>
        <p:spPr>
          <a:xfrm>
            <a:off x="6403766" y="3757763"/>
            <a:ext cx="1287068" cy="228600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ctr"/>
          <a:lstStyle/>
          <a:p>
            <a:pPr algn="ctr">
              <a:spcAft>
                <a:spcPts val="600"/>
              </a:spcAft>
            </a:pPr>
            <a:endParaRPr lang="en-US" dirty="0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C3CA3FE-5601-4C38-C1A9-09FE381133DC}"/>
              </a:ext>
            </a:extLst>
          </p:cNvPr>
          <p:cNvSpPr/>
          <p:nvPr/>
        </p:nvSpPr>
        <p:spPr>
          <a:xfrm>
            <a:off x="6738130" y="4096272"/>
            <a:ext cx="795932" cy="228600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ctr"/>
          <a:lstStyle/>
          <a:p>
            <a:pPr algn="ctr">
              <a:spcAft>
                <a:spcPts val="600"/>
              </a:spcAft>
            </a:pPr>
            <a:endParaRPr lang="en-US" dirty="0"/>
          </a:p>
        </p:txBody>
      </p:sp>
      <p:sp>
        <p:nvSpPr>
          <p:cNvPr id="7" name="Google Shape;175;p24">
            <a:extLst>
              <a:ext uri="{FF2B5EF4-FFF2-40B4-BE49-F238E27FC236}">
                <a16:creationId xmlns:a16="http://schemas.microsoft.com/office/drawing/2014/main" id="{D1E72113-5B9D-A967-EA65-0F317E3F1EB1}"/>
              </a:ext>
            </a:extLst>
          </p:cNvPr>
          <p:cNvSpPr txBox="1">
            <a:spLocks/>
          </p:cNvSpPr>
          <p:nvPr/>
        </p:nvSpPr>
        <p:spPr>
          <a:xfrm>
            <a:off x="6373772" y="969101"/>
            <a:ext cx="4743987" cy="521167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594" indent="-228594" algn="l" defTabSz="914377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42912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95328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57269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619210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tabLst>
                <a:tab pos="161921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---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title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 “Influenza Report”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author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- name: Jane Doe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date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 today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format: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html: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embed-resources: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execute: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echo: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---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Overview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This report includes ...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BAC60CD-D246-23AB-F2A2-51E1A40B8211}"/>
              </a:ext>
            </a:extLst>
          </p:cNvPr>
          <p:cNvSpPr/>
          <p:nvPr/>
        </p:nvSpPr>
        <p:spPr>
          <a:xfrm>
            <a:off x="977355" y="3290696"/>
            <a:ext cx="1395857" cy="365760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ctr"/>
          <a:lstStyle/>
          <a:p>
            <a:pPr algn="ctr">
              <a:spcAft>
                <a:spcPts val="600"/>
              </a:spcAft>
            </a:pPr>
            <a:endParaRPr lang="en-US" dirty="0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6850122-F637-13E8-26B8-872BC3299D39}"/>
              </a:ext>
            </a:extLst>
          </p:cNvPr>
          <p:cNvSpPr/>
          <p:nvPr/>
        </p:nvSpPr>
        <p:spPr>
          <a:xfrm>
            <a:off x="977355" y="4093193"/>
            <a:ext cx="2163878" cy="365760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ctr"/>
          <a:lstStyle/>
          <a:p>
            <a:pPr algn="ctr">
              <a:spcAft>
                <a:spcPts val="600"/>
              </a:spcAft>
            </a:pPr>
            <a:endParaRPr lang="en-US" dirty="0"/>
          </a:p>
        </p:txBody>
      </p:sp>
      <p:sp>
        <p:nvSpPr>
          <p:cNvPr id="14" name="Google Shape;175;p24">
            <a:extLst>
              <a:ext uri="{FF2B5EF4-FFF2-40B4-BE49-F238E27FC236}">
                <a16:creationId xmlns:a16="http://schemas.microsoft.com/office/drawing/2014/main" id="{CC58A196-251F-ADCA-9435-C852631FE921}"/>
              </a:ext>
            </a:extLst>
          </p:cNvPr>
          <p:cNvSpPr txBox="1">
            <a:spLocks/>
          </p:cNvSpPr>
          <p:nvPr/>
        </p:nvSpPr>
        <p:spPr>
          <a:xfrm>
            <a:off x="695325" y="1216823"/>
            <a:ext cx="4937760" cy="455744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594" indent="-228594" algn="l" defTabSz="914377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42912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95328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57269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619210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tabLst>
                <a:tab pos="161921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dirty="0"/>
              <a:t>Global document configurations and metadata are defined at the start of the document in the </a:t>
            </a:r>
            <a:r>
              <a:rPr lang="en-US" b="1" dirty="0"/>
              <a:t>front matter.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lang="en-US" b="1" dirty="0"/>
          </a:p>
          <a:p>
            <a:pPr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en-US" b="1" dirty="0"/>
              <a:t>Metadata: </a:t>
            </a:r>
            <a:r>
              <a:rPr lang="en-US" dirty="0"/>
              <a:t>title, author, date, etc.</a:t>
            </a:r>
          </a:p>
          <a:p>
            <a:pPr>
              <a:spcBef>
                <a:spcPts val="0"/>
              </a:spcBef>
              <a:spcAft>
                <a:spcPts val="0"/>
              </a:spcAft>
              <a:buSzPts val="2400"/>
            </a:pPr>
            <a:endParaRPr lang="en-US" b="1" dirty="0"/>
          </a:p>
          <a:p>
            <a:pPr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en-US" b="1" dirty="0"/>
              <a:t>Global Config: </a:t>
            </a:r>
            <a:r>
              <a:rPr lang="en-US" dirty="0"/>
              <a:t>format, execute, etc.</a:t>
            </a:r>
            <a:endParaRPr lang="en-US" b="1" dirty="0"/>
          </a:p>
          <a:p>
            <a:pPr>
              <a:spcBef>
                <a:spcPts val="0"/>
              </a:spcBef>
              <a:spcAft>
                <a:spcPts val="0"/>
              </a:spcAft>
              <a:buSzPts val="2400"/>
            </a:pPr>
            <a:endParaRPr lang="en-US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ED2CA5-676E-5896-0D91-4595C05F34D8}"/>
              </a:ext>
            </a:extLst>
          </p:cNvPr>
          <p:cNvSpPr txBox="1"/>
          <p:nvPr/>
        </p:nvSpPr>
        <p:spPr>
          <a:xfrm>
            <a:off x="7396518" y="845329"/>
            <a:ext cx="727906" cy="308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YAML</a:t>
            </a:r>
          </a:p>
        </p:txBody>
      </p:sp>
      <p:cxnSp>
        <p:nvCxnSpPr>
          <p:cNvPr id="21" name="Curved Connector 20">
            <a:extLst>
              <a:ext uri="{FF2B5EF4-FFF2-40B4-BE49-F238E27FC236}">
                <a16:creationId xmlns:a16="http://schemas.microsoft.com/office/drawing/2014/main" id="{6B87BCE4-5BCE-FE68-4A3F-7CFF9CA7006F}"/>
              </a:ext>
            </a:extLst>
          </p:cNvPr>
          <p:cNvCxnSpPr>
            <a:cxnSpLocks/>
            <a:endCxn id="20" idx="1"/>
          </p:cNvCxnSpPr>
          <p:nvPr/>
        </p:nvCxnSpPr>
        <p:spPr>
          <a:xfrm flipV="1">
            <a:off x="7062652" y="999412"/>
            <a:ext cx="333866" cy="151118"/>
          </a:xfrm>
          <a:prstGeom prst="curvedConnector3">
            <a:avLst>
              <a:gd name="adj1" fmla="val 50000"/>
            </a:avLst>
          </a:prstGeom>
          <a:ln w="19050">
            <a:solidFill>
              <a:schemeClr val="accent5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76986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A1BB6-1BD3-1C65-5EC8-BE449A9E9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C484C93-BA34-B39B-B206-81C3661F08B5}"/>
              </a:ext>
            </a:extLst>
          </p:cNvPr>
          <p:cNvSpPr/>
          <p:nvPr/>
        </p:nvSpPr>
        <p:spPr>
          <a:xfrm>
            <a:off x="6276884" y="677227"/>
            <a:ext cx="5549900" cy="5503546"/>
          </a:xfrm>
          <a:prstGeom prst="roundRect">
            <a:avLst>
              <a:gd name="adj" fmla="val 585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ctr"/>
          <a:lstStyle/>
          <a:p>
            <a:pPr algn="ctr">
              <a:spcAft>
                <a:spcPts val="600"/>
              </a:spcAft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F4CA9C-8774-C779-7255-6F4931ED9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685" y="288610"/>
            <a:ext cx="10243457" cy="788191"/>
          </a:xfrm>
        </p:spPr>
        <p:txBody>
          <a:bodyPr>
            <a:normAutofit/>
          </a:bodyPr>
          <a:lstStyle/>
          <a:p>
            <a:r>
              <a:rPr lang="en-US" dirty="0"/>
              <a:t>Quarto Front Matter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07B1CC-24B3-4448-95E9-BA81AA479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B14298-BFE1-C438-B776-AF4A3DF02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67747-A1D0-4850-AF9A-570B1A0E3F7F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6C0FB0E-D93B-6568-AFCA-E91C9F2B96D1}"/>
              </a:ext>
            </a:extLst>
          </p:cNvPr>
          <p:cNvSpPr/>
          <p:nvPr/>
        </p:nvSpPr>
        <p:spPr>
          <a:xfrm>
            <a:off x="6390680" y="1253944"/>
            <a:ext cx="795932" cy="211474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ctr"/>
          <a:lstStyle/>
          <a:p>
            <a:pPr algn="ctr">
              <a:spcAft>
                <a:spcPts val="600"/>
              </a:spcAft>
            </a:pPr>
            <a:endParaRPr lang="en-US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22F9451-A498-6936-38BB-B7D6D456A708}"/>
              </a:ext>
            </a:extLst>
          </p:cNvPr>
          <p:cNvSpPr/>
          <p:nvPr/>
        </p:nvSpPr>
        <p:spPr>
          <a:xfrm>
            <a:off x="6390679" y="1513523"/>
            <a:ext cx="822960" cy="239532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ctr"/>
          <a:lstStyle/>
          <a:p>
            <a:pPr algn="ctr">
              <a:spcAft>
                <a:spcPts val="600"/>
              </a:spcAft>
            </a:pPr>
            <a:endParaRPr lang="en-US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BE0319B-8CA1-C4DD-7479-0182846858DC}"/>
              </a:ext>
            </a:extLst>
          </p:cNvPr>
          <p:cNvSpPr/>
          <p:nvPr/>
        </p:nvSpPr>
        <p:spPr>
          <a:xfrm>
            <a:off x="6390679" y="1966005"/>
            <a:ext cx="640080" cy="228600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ctr"/>
          <a:lstStyle/>
          <a:p>
            <a:pPr algn="ctr">
              <a:spcAft>
                <a:spcPts val="600"/>
              </a:spcAft>
            </a:pPr>
            <a:endParaRPr lang="en-US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7288166-0762-4F6C-CB08-DCACD719061F}"/>
              </a:ext>
            </a:extLst>
          </p:cNvPr>
          <p:cNvSpPr/>
          <p:nvPr/>
        </p:nvSpPr>
        <p:spPr>
          <a:xfrm>
            <a:off x="6390679" y="2227076"/>
            <a:ext cx="822960" cy="228600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ctr"/>
          <a:lstStyle/>
          <a:p>
            <a:pPr algn="ctr">
              <a:spcAft>
                <a:spcPts val="600"/>
              </a:spcAft>
            </a:pPr>
            <a:endParaRPr lang="en-US" dirty="0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39E0128-DC51-DDFE-B4A0-CA9B80910881}"/>
              </a:ext>
            </a:extLst>
          </p:cNvPr>
          <p:cNvSpPr/>
          <p:nvPr/>
        </p:nvSpPr>
        <p:spPr>
          <a:xfrm>
            <a:off x="6390679" y="3376071"/>
            <a:ext cx="795932" cy="228600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ctr"/>
          <a:lstStyle/>
          <a:p>
            <a:pPr algn="ctr">
              <a:spcAft>
                <a:spcPts val="600"/>
              </a:spcAft>
            </a:pPr>
            <a:endParaRPr lang="en-US" dirty="0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D0B4859C-2609-70C8-3C6A-E2F1E09DDE06}"/>
              </a:ext>
            </a:extLst>
          </p:cNvPr>
          <p:cNvSpPr/>
          <p:nvPr/>
        </p:nvSpPr>
        <p:spPr>
          <a:xfrm>
            <a:off x="977355" y="3290696"/>
            <a:ext cx="1395857" cy="365760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ctr"/>
          <a:lstStyle/>
          <a:p>
            <a:pPr algn="ctr">
              <a:spcAft>
                <a:spcPts val="600"/>
              </a:spcAft>
            </a:pPr>
            <a:endParaRPr lang="en-US" dirty="0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51DAA56-D8BD-790A-6438-95B5B6079E0A}"/>
              </a:ext>
            </a:extLst>
          </p:cNvPr>
          <p:cNvSpPr/>
          <p:nvPr/>
        </p:nvSpPr>
        <p:spPr>
          <a:xfrm>
            <a:off x="977355" y="4093193"/>
            <a:ext cx="2163878" cy="365760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ctr"/>
          <a:lstStyle/>
          <a:p>
            <a:pPr algn="ctr">
              <a:spcAft>
                <a:spcPts val="600"/>
              </a:spcAft>
            </a:pP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676C35-D38D-2584-CE6E-96618081534B}"/>
              </a:ext>
            </a:extLst>
          </p:cNvPr>
          <p:cNvSpPr txBox="1"/>
          <p:nvPr/>
        </p:nvSpPr>
        <p:spPr>
          <a:xfrm>
            <a:off x="7396518" y="845329"/>
            <a:ext cx="727906" cy="308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YAML</a:t>
            </a:r>
          </a:p>
        </p:txBody>
      </p:sp>
      <p:cxnSp>
        <p:nvCxnSpPr>
          <p:cNvPr id="21" name="Curved Connector 20">
            <a:extLst>
              <a:ext uri="{FF2B5EF4-FFF2-40B4-BE49-F238E27FC236}">
                <a16:creationId xmlns:a16="http://schemas.microsoft.com/office/drawing/2014/main" id="{7AB12FD9-F088-8682-1BF3-1133099DEE36}"/>
              </a:ext>
            </a:extLst>
          </p:cNvPr>
          <p:cNvCxnSpPr>
            <a:cxnSpLocks/>
            <a:endCxn id="20" idx="1"/>
          </p:cNvCxnSpPr>
          <p:nvPr/>
        </p:nvCxnSpPr>
        <p:spPr>
          <a:xfrm flipV="1">
            <a:off x="7062652" y="999412"/>
            <a:ext cx="333866" cy="151118"/>
          </a:xfrm>
          <a:prstGeom prst="curvedConnector3">
            <a:avLst>
              <a:gd name="adj1" fmla="val 50000"/>
            </a:avLst>
          </a:prstGeom>
          <a:ln w="19050">
            <a:solidFill>
              <a:schemeClr val="accent5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3AFB240-F230-9692-EDD9-4A84053FDF5E}"/>
              </a:ext>
            </a:extLst>
          </p:cNvPr>
          <p:cNvSpPr/>
          <p:nvPr/>
        </p:nvSpPr>
        <p:spPr>
          <a:xfrm>
            <a:off x="6390679" y="2923262"/>
            <a:ext cx="914400" cy="209432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ctr"/>
          <a:lstStyle/>
          <a:p>
            <a:pPr algn="ctr">
              <a:spcAft>
                <a:spcPts val="600"/>
              </a:spcAft>
            </a:pPr>
            <a:endParaRPr lang="en-US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7CDAA08-B2AE-96D9-3BF5-F3470C595278}"/>
              </a:ext>
            </a:extLst>
          </p:cNvPr>
          <p:cNvSpPr/>
          <p:nvPr/>
        </p:nvSpPr>
        <p:spPr>
          <a:xfrm>
            <a:off x="977355" y="4895690"/>
            <a:ext cx="1276747" cy="365760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ctr"/>
          <a:lstStyle/>
          <a:p>
            <a:pPr algn="ctr">
              <a:spcAft>
                <a:spcPts val="600"/>
              </a:spcAft>
            </a:pPr>
            <a:endParaRPr lang="en-US" dirty="0"/>
          </a:p>
        </p:txBody>
      </p:sp>
      <p:sp>
        <p:nvSpPr>
          <p:cNvPr id="14" name="Google Shape;175;p24">
            <a:extLst>
              <a:ext uri="{FF2B5EF4-FFF2-40B4-BE49-F238E27FC236}">
                <a16:creationId xmlns:a16="http://schemas.microsoft.com/office/drawing/2014/main" id="{1C591A72-A3F5-7436-1D59-D8796772C764}"/>
              </a:ext>
            </a:extLst>
          </p:cNvPr>
          <p:cNvSpPr txBox="1">
            <a:spLocks/>
          </p:cNvSpPr>
          <p:nvPr/>
        </p:nvSpPr>
        <p:spPr>
          <a:xfrm>
            <a:off x="695325" y="1216823"/>
            <a:ext cx="4937760" cy="455744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594" indent="-228594" algn="l" defTabSz="914377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42912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95328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57269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619210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tabLst>
                <a:tab pos="161921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dirty="0"/>
              <a:t>Global document configurations and metadata are defined at the start of the document in the </a:t>
            </a:r>
            <a:r>
              <a:rPr lang="en-US" b="1" dirty="0"/>
              <a:t>front matter.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lang="en-US" b="1" dirty="0"/>
          </a:p>
          <a:p>
            <a:pPr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en-US" b="1" dirty="0"/>
              <a:t>Metadata: </a:t>
            </a:r>
            <a:r>
              <a:rPr lang="en-US" dirty="0"/>
              <a:t>title, author, date, etc.</a:t>
            </a:r>
          </a:p>
          <a:p>
            <a:pPr>
              <a:spcBef>
                <a:spcPts val="0"/>
              </a:spcBef>
              <a:spcAft>
                <a:spcPts val="0"/>
              </a:spcAft>
              <a:buSzPts val="2400"/>
            </a:pPr>
            <a:endParaRPr lang="en-US" b="1" dirty="0"/>
          </a:p>
          <a:p>
            <a:pPr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en-US" b="1" dirty="0"/>
              <a:t>Global Config: </a:t>
            </a:r>
            <a:r>
              <a:rPr lang="en-US" dirty="0"/>
              <a:t>format, execute, etc.</a:t>
            </a:r>
          </a:p>
          <a:p>
            <a:pPr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en-US" b="1" dirty="0"/>
              <a:t>Params: </a:t>
            </a:r>
            <a:r>
              <a:rPr lang="en-US" dirty="0"/>
              <a:t>custom fields</a:t>
            </a:r>
          </a:p>
          <a:p>
            <a:pPr>
              <a:spcBef>
                <a:spcPts val="0"/>
              </a:spcBef>
              <a:spcAft>
                <a:spcPts val="0"/>
              </a:spcAft>
              <a:buSzPts val="2400"/>
            </a:pPr>
            <a:endParaRPr lang="en-US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8A7F52-07CD-1BED-FB7B-ED97A90BDAE4}"/>
              </a:ext>
            </a:extLst>
          </p:cNvPr>
          <p:cNvSpPr txBox="1"/>
          <p:nvPr/>
        </p:nvSpPr>
        <p:spPr>
          <a:xfrm>
            <a:off x="4635502" y="5689352"/>
            <a:ext cx="302720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Use short code to reference front matter metadata in the document</a:t>
            </a:r>
          </a:p>
        </p:txBody>
      </p:sp>
      <p:cxnSp>
        <p:nvCxnSpPr>
          <p:cNvPr id="23" name="Curved Connector 22">
            <a:extLst>
              <a:ext uri="{FF2B5EF4-FFF2-40B4-BE49-F238E27FC236}">
                <a16:creationId xmlns:a16="http://schemas.microsoft.com/office/drawing/2014/main" id="{8C56D1CC-8FE8-3E64-7E05-4B90708104ED}"/>
              </a:ext>
            </a:extLst>
          </p:cNvPr>
          <p:cNvCxnSpPr>
            <a:cxnSpLocks/>
            <a:endCxn id="22" idx="3"/>
          </p:cNvCxnSpPr>
          <p:nvPr/>
        </p:nvCxnSpPr>
        <p:spPr>
          <a:xfrm rot="5400000">
            <a:off x="7601101" y="5610936"/>
            <a:ext cx="509354" cy="386143"/>
          </a:xfrm>
          <a:prstGeom prst="curvedConnector2">
            <a:avLst/>
          </a:prstGeom>
          <a:ln w="19050">
            <a:solidFill>
              <a:schemeClr val="accent5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Google Shape;175;p24">
            <a:extLst>
              <a:ext uri="{FF2B5EF4-FFF2-40B4-BE49-F238E27FC236}">
                <a16:creationId xmlns:a16="http://schemas.microsoft.com/office/drawing/2014/main" id="{F4167A15-ED85-C061-F5FF-F0F7C57FAF5D}"/>
              </a:ext>
            </a:extLst>
          </p:cNvPr>
          <p:cNvSpPr txBox="1">
            <a:spLocks/>
          </p:cNvSpPr>
          <p:nvPr/>
        </p:nvSpPr>
        <p:spPr>
          <a:xfrm>
            <a:off x="6373772" y="969101"/>
            <a:ext cx="5310228" cy="494956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594" indent="-228594" algn="l" defTabSz="914377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42912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95328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57269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619210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tabLst>
                <a:tab pos="161921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---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title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 “Influenza Report”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author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- name: Jane Doe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date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 today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format: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html: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embed-resources: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execute: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echo: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params: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species: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Influenza A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subtype: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H1N1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---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 Overview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This report is about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{{&lt; meta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params.species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&gt;}} {{&lt; meta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params.subtype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&gt;}}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85204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A638C-E200-83CC-7B12-711CAAE24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4288A04-043B-4684-7C51-3159B118EE94}"/>
              </a:ext>
            </a:extLst>
          </p:cNvPr>
          <p:cNvSpPr txBox="1">
            <a:spLocks/>
          </p:cNvSpPr>
          <p:nvPr/>
        </p:nvSpPr>
        <p:spPr>
          <a:xfrm>
            <a:off x="2106386" y="3378201"/>
            <a:ext cx="7772400" cy="8763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Report Development &amp; Rendering</a:t>
            </a:r>
          </a:p>
        </p:txBody>
      </p:sp>
    </p:spTree>
    <p:extLst>
      <p:ext uri="{BB962C8B-B14F-4D97-AF65-F5344CB8AC3E}">
        <p14:creationId xmlns:p14="http://schemas.microsoft.com/office/powerpoint/2010/main" val="11917258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FE859-5D09-FB0E-5F81-1FEF5AA1D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73575-FC3A-072E-8553-BA6C3BF5C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685" y="288610"/>
            <a:ext cx="10243457" cy="788191"/>
          </a:xfrm>
        </p:spPr>
        <p:txBody>
          <a:bodyPr>
            <a:normAutofit/>
          </a:bodyPr>
          <a:lstStyle/>
          <a:p>
            <a:r>
              <a:rPr lang="en-US" dirty="0"/>
              <a:t>Interactive Development Environments (IDEs)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AB35D9-E044-F7BE-B0F8-07202D578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4C43B-2842-1928-7DC5-5A031E7E1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67747-A1D0-4850-AF9A-570B1A0E3F7F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27" name="Google Shape;175;p24">
            <a:extLst>
              <a:ext uri="{FF2B5EF4-FFF2-40B4-BE49-F238E27FC236}">
                <a16:creationId xmlns:a16="http://schemas.microsoft.com/office/drawing/2014/main" id="{E1FED5FE-769C-D918-04EC-155990FE99AE}"/>
              </a:ext>
            </a:extLst>
          </p:cNvPr>
          <p:cNvSpPr txBox="1">
            <a:spLocks/>
          </p:cNvSpPr>
          <p:nvPr/>
        </p:nvSpPr>
        <p:spPr>
          <a:xfrm>
            <a:off x="940426" y="1290869"/>
            <a:ext cx="10380716" cy="90168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594" indent="-228594" algn="l" defTabSz="914377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42912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95328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57269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619210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tabLst>
                <a:tab pos="161921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dirty="0"/>
              <a:t>IDEs are ideal for report development or for reports that require manual edits (non-automated).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lang="en-US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dirty="0"/>
              <a:t>Many options:</a:t>
            </a:r>
          </a:p>
          <a:p>
            <a:pPr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en-US" dirty="0" err="1"/>
              <a:t>Rstudio</a:t>
            </a:r>
            <a:endParaRPr lang="en-US" dirty="0"/>
          </a:p>
          <a:p>
            <a:pPr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en-US" dirty="0"/>
              <a:t>Positron</a:t>
            </a:r>
          </a:p>
          <a:p>
            <a:pPr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en-US" dirty="0"/>
              <a:t>Visual Studio Code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652AB65-85DA-782C-3787-7406B46BD6BE}"/>
              </a:ext>
            </a:extLst>
          </p:cNvPr>
          <p:cNvGrpSpPr/>
          <p:nvPr/>
        </p:nvGrpSpPr>
        <p:grpSpPr>
          <a:xfrm>
            <a:off x="4968988" y="1804234"/>
            <a:ext cx="6046675" cy="4317117"/>
            <a:chOff x="4897550" y="1509817"/>
            <a:chExt cx="6599124" cy="4711547"/>
          </a:xfrm>
        </p:grpSpPr>
        <p:pic>
          <p:nvPicPr>
            <p:cNvPr id="6" name="Picture 5" descr="A screenshot of a computer screen&#10;&#10;AI-generated content may be incorrect.">
              <a:extLst>
                <a:ext uri="{FF2B5EF4-FFF2-40B4-BE49-F238E27FC236}">
                  <a16:creationId xmlns:a16="http://schemas.microsoft.com/office/drawing/2014/main" id="{1BEC2C5E-16AA-84CB-81D6-19497B6C20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97550" y="2063963"/>
              <a:ext cx="6599124" cy="4157401"/>
            </a:xfrm>
            <a:prstGeom prst="rect">
              <a:avLst/>
            </a:prstGeom>
          </p:spPr>
        </p:pic>
        <p:sp>
          <p:nvSpPr>
            <p:cNvPr id="7" name="Google Shape;175;p24">
              <a:extLst>
                <a:ext uri="{FF2B5EF4-FFF2-40B4-BE49-F238E27FC236}">
                  <a16:creationId xmlns:a16="http://schemas.microsoft.com/office/drawing/2014/main" id="{154D2576-ACC6-8894-F9BD-FADC2A0D1034}"/>
                </a:ext>
              </a:extLst>
            </p:cNvPr>
            <p:cNvSpPr txBox="1">
              <a:spLocks/>
            </p:cNvSpPr>
            <p:nvPr/>
          </p:nvSpPr>
          <p:spPr>
            <a:xfrm>
              <a:off x="4897550" y="1509817"/>
              <a:ext cx="5003175" cy="4237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t" anchorCtr="0">
              <a:noAutofit/>
            </a:bodyPr>
            <a:lstStyle>
              <a:lvl1pPr marL="228594" indent="-228594" algn="l" defTabSz="914377" rtl="0" eaLnBrk="1" latinLnBrk="0" hangingPunct="1">
                <a:lnSpc>
                  <a:spcPct val="110000"/>
                </a:lnSpc>
                <a:spcBef>
                  <a:spcPts val="1000"/>
                </a:spcBef>
                <a:spcAft>
                  <a:spcPts val="600"/>
                </a:spcAft>
                <a:buClrTx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542912" indent="-228594" algn="l" defTabSz="914377" rtl="0" eaLnBrk="1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600"/>
                </a:spcAft>
                <a:buClrTx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895328" indent="-228594" algn="l" defTabSz="914377" rtl="0" eaLnBrk="1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600"/>
                </a:spcAft>
                <a:buClrTx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257269" indent="-228594" algn="l" defTabSz="914377" rtl="0" eaLnBrk="1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600"/>
                </a:spcAft>
                <a:buClrTx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619210" indent="-228594" algn="l" defTabSz="914377" rtl="0" eaLnBrk="1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600"/>
                </a:spcAft>
                <a:buClrTx/>
                <a:buFont typeface="Arial" panose="020B0604020202020204" pitchFamily="34" charset="0"/>
                <a:buChar char="•"/>
                <a:tabLst>
                  <a:tab pos="1619210" algn="l"/>
                </a:tabLst>
                <a:defRPr sz="16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537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726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914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103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0"/>
                </a:spcBef>
                <a:spcAft>
                  <a:spcPts val="0"/>
                </a:spcAft>
                <a:buSzPts val="2400"/>
                <a:buNone/>
              </a:pPr>
              <a:r>
                <a:rPr lang="en-US" b="1" dirty="0"/>
                <a:t>Example: Visual Studio Code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96403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030BD-6857-F815-F404-3F80054D3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80C5E-C0E8-2085-91C6-E67C02421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685" y="288610"/>
            <a:ext cx="10243457" cy="788191"/>
          </a:xfrm>
        </p:spPr>
        <p:txBody>
          <a:bodyPr>
            <a:normAutofit/>
          </a:bodyPr>
          <a:lstStyle/>
          <a:p>
            <a:r>
              <a:rPr lang="en-US" dirty="0"/>
              <a:t>Basic Command-Line Use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1B9C42-5670-D084-2171-EFBAB5069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A49206-DC40-D311-7853-563E68AFF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67747-A1D0-4850-AF9A-570B1A0E3F7F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7745196-2BCF-6AD5-8A01-727AAA679AD4}"/>
              </a:ext>
            </a:extLst>
          </p:cNvPr>
          <p:cNvSpPr/>
          <p:nvPr/>
        </p:nvSpPr>
        <p:spPr>
          <a:xfrm>
            <a:off x="1496202" y="2027315"/>
            <a:ext cx="6643945" cy="1401685"/>
          </a:xfrm>
          <a:prstGeom prst="roundRect">
            <a:avLst>
              <a:gd name="adj" fmla="val 585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ctr"/>
          <a:lstStyle/>
          <a:p>
            <a:pPr algn="ctr">
              <a:spcAft>
                <a:spcPts val="600"/>
              </a:spcAft>
            </a:pPr>
            <a:endParaRPr lang="en-US" sz="2400" dirty="0"/>
          </a:p>
        </p:txBody>
      </p:sp>
      <p:sp>
        <p:nvSpPr>
          <p:cNvPr id="8" name="Google Shape;175;p24">
            <a:extLst>
              <a:ext uri="{FF2B5EF4-FFF2-40B4-BE49-F238E27FC236}">
                <a16:creationId xmlns:a16="http://schemas.microsoft.com/office/drawing/2014/main" id="{3280935D-25D6-0EE4-4483-018CDB9D891F}"/>
              </a:ext>
            </a:extLst>
          </p:cNvPr>
          <p:cNvSpPr txBox="1">
            <a:spLocks/>
          </p:cNvSpPr>
          <p:nvPr/>
        </p:nvSpPr>
        <p:spPr>
          <a:xfrm>
            <a:off x="1614398" y="1802753"/>
            <a:ext cx="1508658" cy="47261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594" indent="-228594" algn="l" defTabSz="914377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42912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95328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57269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619210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tabLst>
                <a:tab pos="161921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Shell</a:t>
            </a:r>
          </a:p>
        </p:txBody>
      </p:sp>
      <p:sp>
        <p:nvSpPr>
          <p:cNvPr id="26" name="Google Shape;175;p24">
            <a:extLst>
              <a:ext uri="{FF2B5EF4-FFF2-40B4-BE49-F238E27FC236}">
                <a16:creationId xmlns:a16="http://schemas.microsoft.com/office/drawing/2014/main" id="{F578CC36-9318-277E-21AD-A7C284C91D78}"/>
              </a:ext>
            </a:extLst>
          </p:cNvPr>
          <p:cNvSpPr txBox="1">
            <a:spLocks/>
          </p:cNvSpPr>
          <p:nvPr/>
        </p:nvSpPr>
        <p:spPr>
          <a:xfrm>
            <a:off x="1584404" y="2108314"/>
            <a:ext cx="5760614" cy="132068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594" indent="-228594" algn="l" defTabSz="914377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42912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95328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57269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619210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tabLst>
                <a:tab pos="161921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&gt; quarto render \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-o $(date +"%Y-%m-%d")_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report.html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\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--execute-params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params.yml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\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report.qmd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7" name="Google Shape;175;p24">
            <a:extLst>
              <a:ext uri="{FF2B5EF4-FFF2-40B4-BE49-F238E27FC236}">
                <a16:creationId xmlns:a16="http://schemas.microsoft.com/office/drawing/2014/main" id="{840A0FC6-1763-B502-0ADB-93394BF0FB02}"/>
              </a:ext>
            </a:extLst>
          </p:cNvPr>
          <p:cNvSpPr txBox="1">
            <a:spLocks/>
          </p:cNvSpPr>
          <p:nvPr/>
        </p:nvSpPr>
        <p:spPr>
          <a:xfrm>
            <a:off x="940426" y="1290869"/>
            <a:ext cx="10380716" cy="90168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594" indent="-228594" algn="l" defTabSz="914377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42912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95328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57269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619210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tabLst>
                <a:tab pos="161921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dirty="0"/>
              <a:t>Rendering via command-line is ideal for automation.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0E3F488-F18A-3422-D924-CFD036D0B4CA}"/>
              </a:ext>
            </a:extLst>
          </p:cNvPr>
          <p:cNvGrpSpPr/>
          <p:nvPr/>
        </p:nvGrpSpPr>
        <p:grpSpPr>
          <a:xfrm>
            <a:off x="7146559" y="2165828"/>
            <a:ext cx="2782306" cy="468068"/>
            <a:chOff x="7215809" y="2420508"/>
            <a:chExt cx="2782306" cy="46806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EFE9FCA-2565-1EA5-DE17-2755639D7BF4}"/>
                </a:ext>
              </a:extLst>
            </p:cNvPr>
            <p:cNvSpPr txBox="1"/>
            <p:nvPr/>
          </p:nvSpPr>
          <p:spPr>
            <a:xfrm>
              <a:off x="7584371" y="2420508"/>
              <a:ext cx="241374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>
                <a:spcBef>
                  <a:spcPts val="0"/>
                </a:spcBef>
                <a:spcAft>
                  <a:spcPts val="0"/>
                </a:spcAft>
                <a:buSzPts val="2400"/>
                <a:buNone/>
              </a:pP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Add timestamp to output file</a:t>
              </a:r>
            </a:p>
          </p:txBody>
        </p:sp>
        <p:cxnSp>
          <p:nvCxnSpPr>
            <p:cNvPr id="7" name="Curved Connector 6">
              <a:extLst>
                <a:ext uri="{FF2B5EF4-FFF2-40B4-BE49-F238E27FC236}">
                  <a16:creationId xmlns:a16="http://schemas.microsoft.com/office/drawing/2014/main" id="{495D4978-ECAF-B272-3CAD-D594ED7537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15809" y="2560506"/>
              <a:ext cx="387625" cy="328070"/>
            </a:xfrm>
            <a:prstGeom prst="curvedConnector3">
              <a:avLst>
                <a:gd name="adj1" fmla="val 50000"/>
              </a:avLst>
            </a:prstGeom>
            <a:ln w="19050">
              <a:solidFill>
                <a:schemeClr val="accent5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6BB6B6C-FD14-24DA-5D3D-B6D00EE1C6EE}"/>
              </a:ext>
            </a:extLst>
          </p:cNvPr>
          <p:cNvGrpSpPr/>
          <p:nvPr/>
        </p:nvGrpSpPr>
        <p:grpSpPr>
          <a:xfrm>
            <a:off x="6218598" y="2915481"/>
            <a:ext cx="4013202" cy="542087"/>
            <a:chOff x="6172200" y="3251556"/>
            <a:chExt cx="4013202" cy="54208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A9F4D43-E7FA-68A6-1416-F3B89191E7E8}"/>
                </a:ext>
              </a:extLst>
            </p:cNvPr>
            <p:cNvSpPr txBox="1"/>
            <p:nvPr/>
          </p:nvSpPr>
          <p:spPr>
            <a:xfrm>
              <a:off x="6483625" y="3270423"/>
              <a:ext cx="370177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SzPts val="2400"/>
              </a:pP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Supply document parameters via a YAML file (e.g., </a:t>
              </a:r>
              <a:r>
                <a:rPr lang="en-US" sz="14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input_file</a:t>
              </a: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: “2026_results.csv”)</a:t>
              </a:r>
            </a:p>
          </p:txBody>
        </p:sp>
        <p:cxnSp>
          <p:nvCxnSpPr>
            <p:cNvPr id="16" name="Curved Connector 15">
              <a:extLst>
                <a:ext uri="{FF2B5EF4-FFF2-40B4-BE49-F238E27FC236}">
                  <a16:creationId xmlns:a16="http://schemas.microsoft.com/office/drawing/2014/main" id="{7D65DA24-3718-E7FE-3575-DCAFC18560F3}"/>
                </a:ext>
              </a:extLst>
            </p:cNvPr>
            <p:cNvCxnSpPr>
              <a:cxnSpLocks/>
            </p:cNvCxnSpPr>
            <p:nvPr/>
          </p:nvCxnSpPr>
          <p:spPr>
            <a:xfrm>
              <a:off x="6172200" y="3251556"/>
              <a:ext cx="311425" cy="172755"/>
            </a:xfrm>
            <a:prstGeom prst="curvedConnector3">
              <a:avLst>
                <a:gd name="adj1" fmla="val 50000"/>
              </a:avLst>
            </a:prstGeom>
            <a:ln w="19050">
              <a:solidFill>
                <a:schemeClr val="accent5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CC2D532-3EC6-C179-7728-75FFCF96B23A}"/>
              </a:ext>
            </a:extLst>
          </p:cNvPr>
          <p:cNvSpPr/>
          <p:nvPr/>
        </p:nvSpPr>
        <p:spPr>
          <a:xfrm>
            <a:off x="1477139" y="3842014"/>
            <a:ext cx="6643945" cy="2287673"/>
          </a:xfrm>
          <a:prstGeom prst="roundRect">
            <a:avLst>
              <a:gd name="adj" fmla="val 585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ctr"/>
          <a:lstStyle/>
          <a:p>
            <a:pPr algn="ctr">
              <a:spcAft>
                <a:spcPts val="600"/>
              </a:spcAft>
            </a:pPr>
            <a:endParaRPr lang="en-US" sz="2400" dirty="0"/>
          </a:p>
        </p:txBody>
      </p:sp>
      <p:sp>
        <p:nvSpPr>
          <p:cNvPr id="19" name="Google Shape;175;p24">
            <a:extLst>
              <a:ext uri="{FF2B5EF4-FFF2-40B4-BE49-F238E27FC236}">
                <a16:creationId xmlns:a16="http://schemas.microsoft.com/office/drawing/2014/main" id="{9AC8112F-C158-2BC9-5A98-B5B10CAC49D1}"/>
              </a:ext>
            </a:extLst>
          </p:cNvPr>
          <p:cNvSpPr txBox="1">
            <a:spLocks/>
          </p:cNvSpPr>
          <p:nvPr/>
        </p:nvSpPr>
        <p:spPr>
          <a:xfrm>
            <a:off x="1584405" y="4033792"/>
            <a:ext cx="6297326" cy="2246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594" indent="-228594" algn="l" defTabSz="914377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42912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95328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57269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619210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tabLst>
                <a:tab pos="161921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---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params: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input_file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: “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results.csv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”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---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```{r}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read_csv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(params[“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input_file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”])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```</a:t>
            </a:r>
          </a:p>
        </p:txBody>
      </p:sp>
      <p:sp>
        <p:nvSpPr>
          <p:cNvPr id="21" name="Google Shape;175;p24">
            <a:extLst>
              <a:ext uri="{FF2B5EF4-FFF2-40B4-BE49-F238E27FC236}">
                <a16:creationId xmlns:a16="http://schemas.microsoft.com/office/drawing/2014/main" id="{68ECFE84-BC4A-C23E-EB62-FBEBBAA76132}"/>
              </a:ext>
            </a:extLst>
          </p:cNvPr>
          <p:cNvSpPr txBox="1">
            <a:spLocks/>
          </p:cNvSpPr>
          <p:nvPr/>
        </p:nvSpPr>
        <p:spPr>
          <a:xfrm>
            <a:off x="1584404" y="3629085"/>
            <a:ext cx="1508658" cy="47261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594" indent="-228594" algn="l" defTabSz="914377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42912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95328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57269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619210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tabLst>
                <a:tab pos="161921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Quarto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662CC2-4BEB-9F08-6542-26748382A3DB}"/>
              </a:ext>
            </a:extLst>
          </p:cNvPr>
          <p:cNvSpPr txBox="1"/>
          <p:nvPr/>
        </p:nvSpPr>
        <p:spPr>
          <a:xfrm>
            <a:off x="5683295" y="4863117"/>
            <a:ext cx="37017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Replaced by value supplied in YAML</a:t>
            </a:r>
          </a:p>
        </p:txBody>
      </p:sp>
      <p:cxnSp>
        <p:nvCxnSpPr>
          <p:cNvPr id="25" name="Curved Connector 24">
            <a:extLst>
              <a:ext uri="{FF2B5EF4-FFF2-40B4-BE49-F238E27FC236}">
                <a16:creationId xmlns:a16="http://schemas.microsoft.com/office/drawing/2014/main" id="{0FEF3A87-D782-9289-093C-1A187E274409}"/>
              </a:ext>
            </a:extLst>
          </p:cNvPr>
          <p:cNvCxnSpPr>
            <a:cxnSpLocks/>
          </p:cNvCxnSpPr>
          <p:nvPr/>
        </p:nvCxnSpPr>
        <p:spPr>
          <a:xfrm>
            <a:off x="5371870" y="4844250"/>
            <a:ext cx="311425" cy="172755"/>
          </a:xfrm>
          <a:prstGeom prst="curvedConnector3">
            <a:avLst>
              <a:gd name="adj1" fmla="val 50000"/>
            </a:avLst>
          </a:prstGeom>
          <a:ln w="19050">
            <a:solidFill>
              <a:schemeClr val="accent5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FB93151-233B-1C54-C256-FBE2770795D7}"/>
              </a:ext>
            </a:extLst>
          </p:cNvPr>
          <p:cNvSpPr txBox="1"/>
          <p:nvPr/>
        </p:nvSpPr>
        <p:spPr>
          <a:xfrm>
            <a:off x="6905818" y="5821910"/>
            <a:ext cx="37017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Reference params in code!</a:t>
            </a:r>
          </a:p>
        </p:txBody>
      </p: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F4197818-7F34-206F-B27F-055598C90305}"/>
              </a:ext>
            </a:extLst>
          </p:cNvPr>
          <p:cNvCxnSpPr>
            <a:cxnSpLocks/>
          </p:cNvCxnSpPr>
          <p:nvPr/>
        </p:nvCxnSpPr>
        <p:spPr>
          <a:xfrm>
            <a:off x="6594393" y="5803043"/>
            <a:ext cx="311425" cy="172755"/>
          </a:xfrm>
          <a:prstGeom prst="curvedConnector3">
            <a:avLst>
              <a:gd name="adj1" fmla="val 50000"/>
            </a:avLst>
          </a:prstGeom>
          <a:ln w="19050">
            <a:solidFill>
              <a:schemeClr val="accent5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37229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C2B50-C9E7-772B-F87A-0EC21730A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ound Same Side Corner Rectangle 45">
            <a:extLst>
              <a:ext uri="{FF2B5EF4-FFF2-40B4-BE49-F238E27FC236}">
                <a16:creationId xmlns:a16="http://schemas.microsoft.com/office/drawing/2014/main" id="{E536D6F4-312F-0572-5DEB-89F0143ABC80}"/>
              </a:ext>
            </a:extLst>
          </p:cNvPr>
          <p:cNvSpPr/>
          <p:nvPr/>
        </p:nvSpPr>
        <p:spPr>
          <a:xfrm>
            <a:off x="5437940" y="5004308"/>
            <a:ext cx="6058737" cy="1203817"/>
          </a:xfrm>
          <a:prstGeom prst="round2Same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ctr"/>
          <a:lstStyle/>
          <a:p>
            <a:pPr algn="ctr">
              <a:spcAft>
                <a:spcPts val="600"/>
              </a:spcAft>
            </a:pPr>
            <a:endParaRPr lang="en-US" dirty="0"/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9794448F-6014-0A1E-2803-B3D38DD0DA31}"/>
              </a:ext>
            </a:extLst>
          </p:cNvPr>
          <p:cNvSpPr/>
          <p:nvPr/>
        </p:nvSpPr>
        <p:spPr>
          <a:xfrm>
            <a:off x="5626849" y="5339933"/>
            <a:ext cx="5680918" cy="58226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ctr"/>
          <a:lstStyle/>
          <a:p>
            <a:pPr algn="ctr">
              <a:spcAft>
                <a:spcPts val="600"/>
              </a:spcAft>
            </a:pP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46229E59-E904-FDE6-68A6-94F47CCB4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Sharing Quarto reports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1FD762C-4EBB-70BE-2BE2-805CA95F8FA2}"/>
              </a:ext>
            </a:extLst>
          </p:cNvPr>
          <p:cNvSpPr/>
          <p:nvPr/>
        </p:nvSpPr>
        <p:spPr>
          <a:xfrm>
            <a:off x="1155184" y="1616934"/>
            <a:ext cx="6643945" cy="1835773"/>
          </a:xfrm>
          <a:prstGeom prst="roundRect">
            <a:avLst>
              <a:gd name="adj" fmla="val 585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ctr"/>
          <a:lstStyle/>
          <a:p>
            <a:pPr algn="ctr">
              <a:spcAft>
                <a:spcPts val="600"/>
              </a:spcAft>
            </a:pPr>
            <a:endParaRPr lang="en-US" sz="2400" dirty="0"/>
          </a:p>
        </p:txBody>
      </p:sp>
      <p:sp>
        <p:nvSpPr>
          <p:cNvPr id="12" name="Google Shape;175;p24">
            <a:extLst>
              <a:ext uri="{FF2B5EF4-FFF2-40B4-BE49-F238E27FC236}">
                <a16:creationId xmlns:a16="http://schemas.microsoft.com/office/drawing/2014/main" id="{FF08FF28-A686-A77A-6EC9-26ADDABC1204}"/>
              </a:ext>
            </a:extLst>
          </p:cNvPr>
          <p:cNvSpPr txBox="1">
            <a:spLocks/>
          </p:cNvSpPr>
          <p:nvPr/>
        </p:nvSpPr>
        <p:spPr>
          <a:xfrm>
            <a:off x="1262450" y="1808712"/>
            <a:ext cx="6297326" cy="164399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594" indent="-228594" algn="l" defTabSz="914377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42912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95328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57269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619210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tabLst>
                <a:tab pos="161921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---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format: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html: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embed-resources: true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---</a:t>
            </a:r>
          </a:p>
        </p:txBody>
      </p:sp>
      <p:sp>
        <p:nvSpPr>
          <p:cNvPr id="13" name="Google Shape;175;p24">
            <a:extLst>
              <a:ext uri="{FF2B5EF4-FFF2-40B4-BE49-F238E27FC236}">
                <a16:creationId xmlns:a16="http://schemas.microsoft.com/office/drawing/2014/main" id="{F763A344-B550-36F3-FBBB-73E064387AD0}"/>
              </a:ext>
            </a:extLst>
          </p:cNvPr>
          <p:cNvSpPr txBox="1">
            <a:spLocks/>
          </p:cNvSpPr>
          <p:nvPr/>
        </p:nvSpPr>
        <p:spPr>
          <a:xfrm>
            <a:off x="1262449" y="1404005"/>
            <a:ext cx="1508658" cy="47261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594" indent="-228594" algn="l" defTabSz="914377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42912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95328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57269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619210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tabLst>
                <a:tab pos="161921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Quarto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13FDEF4-7E06-37D3-4757-32F8BCF838C8}"/>
              </a:ext>
            </a:extLst>
          </p:cNvPr>
          <p:cNvGrpSpPr/>
          <p:nvPr/>
        </p:nvGrpSpPr>
        <p:grpSpPr>
          <a:xfrm>
            <a:off x="5309470" y="2349573"/>
            <a:ext cx="6501006" cy="707886"/>
            <a:chOff x="5875255" y="3270423"/>
            <a:chExt cx="4310147" cy="841815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69320D6-4432-FF99-1174-9B2824706CA5}"/>
                </a:ext>
              </a:extLst>
            </p:cNvPr>
            <p:cNvSpPr txBox="1"/>
            <p:nvPr/>
          </p:nvSpPr>
          <p:spPr>
            <a:xfrm>
              <a:off x="6483625" y="3270423"/>
              <a:ext cx="3701777" cy="8418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SzPts val="2400"/>
              </a:pP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Images, themes, etc., are embedded, allowing you to share a </a:t>
              </a:r>
              <a:r>
                <a:rPr lang="en-US" sz="2000" b="1" u="sng" dirty="0">
                  <a:latin typeface="Arial" panose="020B0604020202020204" pitchFamily="34" charset="0"/>
                  <a:cs typeface="Arial" panose="020B0604020202020204" pitchFamily="34" charset="0"/>
                </a:rPr>
                <a:t>single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file</a:t>
              </a:r>
            </a:p>
          </p:txBody>
        </p:sp>
        <p:cxnSp>
          <p:nvCxnSpPr>
            <p:cNvPr id="31" name="Curved Connector 30">
              <a:extLst>
                <a:ext uri="{FF2B5EF4-FFF2-40B4-BE49-F238E27FC236}">
                  <a16:creationId xmlns:a16="http://schemas.microsoft.com/office/drawing/2014/main" id="{B1333896-A4F5-D5B9-774B-8257D758597C}"/>
                </a:ext>
              </a:extLst>
            </p:cNvPr>
            <p:cNvCxnSpPr>
              <a:cxnSpLocks/>
              <a:endCxn id="30" idx="1"/>
            </p:cNvCxnSpPr>
            <p:nvPr/>
          </p:nvCxnSpPr>
          <p:spPr>
            <a:xfrm flipV="1">
              <a:off x="5875255" y="3691330"/>
              <a:ext cx="608370" cy="227387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5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255FD5A1-FA5B-9C6D-0A2D-59ED6DC2F930}"/>
              </a:ext>
            </a:extLst>
          </p:cNvPr>
          <p:cNvSpPr txBox="1"/>
          <p:nvPr/>
        </p:nvSpPr>
        <p:spPr>
          <a:xfrm>
            <a:off x="273077" y="938700"/>
            <a:ext cx="5583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ts val="2400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Embedding resources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186FA18-C9DF-2C93-9DD2-546DE7FE5EEB}"/>
              </a:ext>
            </a:extLst>
          </p:cNvPr>
          <p:cNvSpPr txBox="1"/>
          <p:nvPr/>
        </p:nvSpPr>
        <p:spPr>
          <a:xfrm>
            <a:off x="347113" y="3848207"/>
            <a:ext cx="5583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ts val="2400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Sharing files</a:t>
            </a:r>
          </a:p>
        </p:txBody>
      </p:sp>
      <p:sp>
        <p:nvSpPr>
          <p:cNvPr id="44" name="Google Shape;175;p24">
            <a:extLst>
              <a:ext uri="{FF2B5EF4-FFF2-40B4-BE49-F238E27FC236}">
                <a16:creationId xmlns:a16="http://schemas.microsoft.com/office/drawing/2014/main" id="{57B4EE4E-07B8-28FA-82C4-7697EA7A5162}"/>
              </a:ext>
            </a:extLst>
          </p:cNvPr>
          <p:cNvSpPr txBox="1">
            <a:spLocks/>
          </p:cNvSpPr>
          <p:nvPr/>
        </p:nvSpPr>
        <p:spPr>
          <a:xfrm>
            <a:off x="5856477" y="5495025"/>
            <a:ext cx="4732785" cy="35884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594" indent="-228594" algn="l" defTabSz="914377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42912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95328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57269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619210" indent="-228594" algn="l" defTabSz="914377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tabLst>
                <a:tab pos="161921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http://localhost:7779/genome_report.html</a:t>
            </a:r>
          </a:p>
        </p:txBody>
      </p:sp>
      <p:pic>
        <p:nvPicPr>
          <p:cNvPr id="50" name="Graphic 49" descr="Refresh with solid fill">
            <a:extLst>
              <a:ext uri="{FF2B5EF4-FFF2-40B4-BE49-F238E27FC236}">
                <a16:creationId xmlns:a16="http://schemas.microsoft.com/office/drawing/2014/main" id="{3D8D2AF6-FEF0-4439-0598-22CCAFE664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18890" y="5472577"/>
            <a:ext cx="358850" cy="358850"/>
          </a:xfrm>
          <a:prstGeom prst="rect">
            <a:avLst/>
          </a:prstGeom>
        </p:spPr>
      </p:pic>
      <p:pic>
        <p:nvPicPr>
          <p:cNvPr id="52" name="Graphic 51" descr="Document with solid fill">
            <a:extLst>
              <a:ext uri="{FF2B5EF4-FFF2-40B4-BE49-F238E27FC236}">
                <a16:creationId xmlns:a16="http://schemas.microsoft.com/office/drawing/2014/main" id="{42DFB4FB-E863-3411-2673-5A4A5FEC8D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55286" y="4576483"/>
            <a:ext cx="1631642" cy="1631642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2F5B1AC8-61A3-0991-B240-154852C33DB4}"/>
              </a:ext>
            </a:extLst>
          </p:cNvPr>
          <p:cNvSpPr txBox="1"/>
          <p:nvPr/>
        </p:nvSpPr>
        <p:spPr>
          <a:xfrm>
            <a:off x="1403584" y="6127852"/>
            <a:ext cx="279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genome_report.html</a:t>
            </a:r>
            <a:endParaRPr lang="en-US" dirty="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D72044AC-5F28-9AEE-6E57-A9C4ADCD444F}"/>
              </a:ext>
            </a:extLst>
          </p:cNvPr>
          <p:cNvGrpSpPr/>
          <p:nvPr/>
        </p:nvGrpSpPr>
        <p:grpSpPr>
          <a:xfrm>
            <a:off x="3409320" y="4062489"/>
            <a:ext cx="6323397" cy="729247"/>
            <a:chOff x="5993009" y="3270423"/>
            <a:chExt cx="4192393" cy="867217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79A58521-590B-A918-7B3D-C5081302504E}"/>
                </a:ext>
              </a:extLst>
            </p:cNvPr>
            <p:cNvSpPr txBox="1"/>
            <p:nvPr/>
          </p:nvSpPr>
          <p:spPr>
            <a:xfrm>
              <a:off x="6483625" y="3270423"/>
              <a:ext cx="3701777" cy="4758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SzPts val="2400"/>
              </a:pP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Share the HTML file, </a:t>
              </a:r>
              <a:r>
                <a:rPr lang="en-US" sz="2000" b="1" u="sng" dirty="0">
                  <a:latin typeface="Arial" panose="020B0604020202020204" pitchFamily="34" charset="0"/>
                  <a:cs typeface="Arial" panose="020B0604020202020204" pitchFamily="34" charset="0"/>
                </a:rPr>
                <a:t>not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the local URL</a:t>
              </a:r>
            </a:p>
          </p:txBody>
        </p:sp>
        <p:cxnSp>
          <p:nvCxnSpPr>
            <p:cNvPr id="57" name="Curved Connector 56">
              <a:extLst>
                <a:ext uri="{FF2B5EF4-FFF2-40B4-BE49-F238E27FC236}">
                  <a16:creationId xmlns:a16="http://schemas.microsoft.com/office/drawing/2014/main" id="{DD37AF5E-89EE-D33F-1994-8547200E9EAA}"/>
                </a:ext>
              </a:extLst>
            </p:cNvPr>
            <p:cNvCxnSpPr>
              <a:cxnSpLocks/>
              <a:endCxn id="56" idx="1"/>
            </p:cNvCxnSpPr>
            <p:nvPr/>
          </p:nvCxnSpPr>
          <p:spPr>
            <a:xfrm flipV="1">
              <a:off x="5993009" y="3508327"/>
              <a:ext cx="490616" cy="629313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5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0" name="Curved Connector 59">
            <a:extLst>
              <a:ext uri="{FF2B5EF4-FFF2-40B4-BE49-F238E27FC236}">
                <a16:creationId xmlns:a16="http://schemas.microsoft.com/office/drawing/2014/main" id="{62EC49A9-8671-5FC2-4908-12EB9A177163}"/>
              </a:ext>
            </a:extLst>
          </p:cNvPr>
          <p:cNvCxnSpPr>
            <a:cxnSpLocks/>
          </p:cNvCxnSpPr>
          <p:nvPr/>
        </p:nvCxnSpPr>
        <p:spPr>
          <a:xfrm rot="16200000" flipV="1">
            <a:off x="6721046" y="4564040"/>
            <a:ext cx="473389" cy="270507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8257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6626A-B811-BBC2-17A4-A1F778935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0E2FE7-8D83-291F-CA01-E8407CE4D425}"/>
              </a:ext>
            </a:extLst>
          </p:cNvPr>
          <p:cNvSpPr txBox="1">
            <a:spLocks/>
          </p:cNvSpPr>
          <p:nvPr/>
        </p:nvSpPr>
        <p:spPr>
          <a:xfrm>
            <a:off x="2106386" y="3378201"/>
            <a:ext cx="7772400" cy="8763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Report Template</a:t>
            </a:r>
          </a:p>
        </p:txBody>
      </p:sp>
    </p:spTree>
    <p:extLst>
      <p:ext uri="{BB962C8B-B14F-4D97-AF65-F5344CB8AC3E}">
        <p14:creationId xmlns:p14="http://schemas.microsoft.com/office/powerpoint/2010/main" val="10730670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50DBE-6016-46C2-B954-6E11702AA9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534FB42-5852-C722-D63F-1B4B329FE9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6538" y="5936651"/>
            <a:ext cx="10591800" cy="810712"/>
          </a:xfrm>
        </p:spPr>
        <p:txBody>
          <a:bodyPr>
            <a:normAutofit fontScale="92500" lnSpcReduction="20000"/>
          </a:bodyPr>
          <a:lstStyle/>
          <a:p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This work is supported by the United States Centers for Disease Control and Prevention funding under the Global Health Security Partnerships: Expanding and Improving Public Health Laboratory Strategies and Systems (Grant Number: NU2HGH000080). </a:t>
            </a:r>
          </a:p>
          <a:p>
            <a:endParaRPr lang="en-US" dirty="0"/>
          </a:p>
        </p:txBody>
      </p:sp>
      <p:pic>
        <p:nvPicPr>
          <p:cNvPr id="6" name="Picture 5" descr="A qr code with black squares&#10;&#10;Description automatically generated">
            <a:extLst>
              <a:ext uri="{FF2B5EF4-FFF2-40B4-BE49-F238E27FC236}">
                <a16:creationId xmlns:a16="http://schemas.microsoft.com/office/drawing/2014/main" id="{B1C8168D-56FD-ACEB-47B0-12C9D72876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611" y="164868"/>
            <a:ext cx="1667818" cy="16678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26F9389-DD28-0CB7-D52E-ECE419240F27}"/>
              </a:ext>
            </a:extLst>
          </p:cNvPr>
          <p:cNvSpPr txBox="1"/>
          <p:nvPr/>
        </p:nvSpPr>
        <p:spPr>
          <a:xfrm>
            <a:off x="675296" y="1944049"/>
            <a:ext cx="2228447" cy="64381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spcAft>
                <a:spcPts val="600"/>
              </a:spcAft>
              <a:buClr>
                <a:schemeClr val="accent1"/>
              </a:buClr>
            </a:pPr>
            <a:r>
              <a:rPr lang="en-US" sz="2000" b="1" dirty="0">
                <a:solidFill>
                  <a:schemeClr val="bg1"/>
                </a:solidFill>
              </a:rPr>
              <a:t>APHL Global Health webpage</a:t>
            </a:r>
          </a:p>
        </p:txBody>
      </p:sp>
    </p:spTree>
    <p:extLst>
      <p:ext uri="{BB962C8B-B14F-4D97-AF65-F5344CB8AC3E}">
        <p14:creationId xmlns:p14="http://schemas.microsoft.com/office/powerpoint/2010/main" val="248436865"/>
      </p:ext>
    </p:extLst>
  </p:cSld>
  <p:clrMapOvr>
    <a:masterClrMapping/>
  </p:clrMapOvr>
</p:sld>
</file>

<file path=ppt/theme/theme1.xml><?xml version="1.0" encoding="utf-8"?>
<a:theme xmlns:a="http://schemas.openxmlformats.org/drawingml/2006/main" name="APHL Master Theme">
  <a:themeElements>
    <a:clrScheme name="APHL Template Colors 2022">
      <a:dk1>
        <a:sysClr val="windowText" lastClr="000000"/>
      </a:dk1>
      <a:lt1>
        <a:sysClr val="window" lastClr="FFFFFF"/>
      </a:lt1>
      <a:dk2>
        <a:srgbClr val="006E79"/>
      </a:dk2>
      <a:lt2>
        <a:srgbClr val="E2E9EC"/>
      </a:lt2>
      <a:accent1>
        <a:srgbClr val="00A0AF"/>
      </a:accent1>
      <a:accent2>
        <a:srgbClr val="B42E34"/>
      </a:accent2>
      <a:accent3>
        <a:srgbClr val="EF9528"/>
      </a:accent3>
      <a:accent4>
        <a:srgbClr val="7AC143"/>
      </a:accent4>
      <a:accent5>
        <a:srgbClr val="532E63"/>
      </a:accent5>
      <a:accent6>
        <a:srgbClr val="FFC000"/>
      </a:accent6>
      <a:hlink>
        <a:srgbClr val="00A0AF"/>
      </a:hlink>
      <a:folHlink>
        <a:srgbClr val="07484C"/>
      </a:folHlink>
    </a:clrScheme>
    <a:fontScheme name="Custom 2">
      <a:majorFont>
        <a:latin typeface="Franklin Gothic Medium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tIns="72000" bIns="72000" rtlCol="0" anchor="ctr"/>
      <a:lstStyle>
        <a:defPPr algn="ctr">
          <a:spcAft>
            <a:spcPts val="600"/>
          </a:spcAft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noAutofit/>
      </a:bodyPr>
      <a:lstStyle>
        <a:defPPr marL="285750" indent="-285750" algn="l">
          <a:spcAft>
            <a:spcPts val="600"/>
          </a:spcAft>
          <a:buClr>
            <a:schemeClr val="accent1"/>
          </a:buClr>
          <a:buFont typeface="Arial" panose="020B0604020202020204" pitchFamily="34" charset="0"/>
          <a:buChar char="•"/>
          <a:defRPr sz="20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F9AC63AE4060A4EB0841E49751518A1" ma:contentTypeVersion="15" ma:contentTypeDescription="Create a new document." ma:contentTypeScope="" ma:versionID="215a7979ea70076864538727c09f6251">
  <xsd:schema xmlns:xsd="http://www.w3.org/2001/XMLSchema" xmlns:xs="http://www.w3.org/2001/XMLSchema" xmlns:p="http://schemas.microsoft.com/office/2006/metadata/properties" xmlns:ns2="ff701802-113d-4d37-b72f-6ed4094120d6" xmlns:ns3="041e83a1-a141-481d-9569-60aed768ca01" xmlns:ns4="36a2e673-aec1-4a31-bb25-5bf0d2fd598e" targetNamespace="http://schemas.microsoft.com/office/2006/metadata/properties" ma:root="true" ma:fieldsID="933f66ca9c60f05373724a7532c7a0a7" ns2:_="" ns3:_="" ns4:_="">
    <xsd:import namespace="ff701802-113d-4d37-b72f-6ed4094120d6"/>
    <xsd:import namespace="041e83a1-a141-481d-9569-60aed768ca01"/>
    <xsd:import namespace="36a2e673-aec1-4a31-bb25-5bf0d2fd598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701802-113d-4d37-b72f-6ed4094120d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e8c835f7-b660-4442-b8c7-c3559f13eec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1e83a1-a141-481d-9569-60aed768ca01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a2e673-aec1-4a31-bb25-5bf0d2fd598e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653438ae-f6cb-4a7e-9258-146c07004fe5}" ma:internalName="TaxCatchAll" ma:showField="CatchAllData" ma:web="041e83a1-a141-481d-9569-60aed768ca0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6a2e673-aec1-4a31-bb25-5bf0d2fd598e" xsi:nil="true"/>
    <SharedWithUsers xmlns="041e83a1-a141-481d-9569-60aed768ca01">
      <UserInfo>
        <DisplayName>Marketing and Communications Visitors</DisplayName>
        <AccountId>5</AccountId>
        <AccountType/>
      </UserInfo>
    </SharedWithUsers>
    <lcf76f155ced4ddcb4097134ff3c332f xmlns="ff701802-113d-4d37-b72f-6ed4094120d6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8CBDC32-B55C-4118-8893-B5C4EA9F3DF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f701802-113d-4d37-b72f-6ed4094120d6"/>
    <ds:schemaRef ds:uri="041e83a1-a141-481d-9569-60aed768ca01"/>
    <ds:schemaRef ds:uri="36a2e673-aec1-4a31-bb25-5bf0d2fd598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906C323-2260-4F5C-A4E4-76E86AEA9B57}">
  <ds:schemaRefs>
    <ds:schemaRef ds:uri="http://schemas.microsoft.com/office/2006/documentManagement/types"/>
    <ds:schemaRef ds:uri="http://purl.org/dc/dcmitype/"/>
    <ds:schemaRef ds:uri="http://purl.org/dc/elements/1.1/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36a2e673-aec1-4a31-bb25-5bf0d2fd598e"/>
    <ds:schemaRef ds:uri="041e83a1-a141-481d-9569-60aed768ca01"/>
    <ds:schemaRef ds:uri="ff701802-113d-4d37-b72f-6ed4094120d6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23FE95EB-1D52-410E-A524-0B047EC84A3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520fa42-cf58-4c22-8b93-58cf1d3bd1cb}" enabled="1" method="Standard" siteId="{11d0e217-264e-400a-8ba0-57dcc127d72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35221</TotalTime>
  <Words>1181</Words>
  <Application>Microsoft Macintosh PowerPoint</Application>
  <PresentationFormat>Widescreen</PresentationFormat>
  <Paragraphs>296</Paragraphs>
  <Slides>24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Aptos</vt:lpstr>
      <vt:lpstr>Arial</vt:lpstr>
      <vt:lpstr>Calibri</vt:lpstr>
      <vt:lpstr>Courier New</vt:lpstr>
      <vt:lpstr>Franklin Gothic Book</vt:lpstr>
      <vt:lpstr>Franklin Gothic Medium</vt:lpstr>
      <vt:lpstr>Libre Franklin Medium</vt:lpstr>
      <vt:lpstr>APHL Master Theme</vt:lpstr>
      <vt:lpstr>Introduction to Quarto</vt:lpstr>
      <vt:lpstr>Funding Disclosure</vt:lpstr>
      <vt:lpstr>PowerPoint Presentation</vt:lpstr>
      <vt:lpstr>Quarto Overview</vt:lpstr>
      <vt:lpstr>Quarto Overview</vt:lpstr>
      <vt:lpstr>PowerPoint Presentation</vt:lpstr>
      <vt:lpstr>Markdown Basics</vt:lpstr>
      <vt:lpstr>Plain HTML</vt:lpstr>
      <vt:lpstr>Markdown: Headers, Simple Text, &amp; Lists</vt:lpstr>
      <vt:lpstr>Markdown: Tables &amp; Figures</vt:lpstr>
      <vt:lpstr>Markdown: Block quotes &amp; Callouts</vt:lpstr>
      <vt:lpstr>Markdown: Code Blocks</vt:lpstr>
      <vt:lpstr>PowerPoint Presentation</vt:lpstr>
      <vt:lpstr>Code “Chunk” Settings </vt:lpstr>
      <vt:lpstr>Automation with Code Chunks</vt:lpstr>
      <vt:lpstr>Using Multiple Code Languages</vt:lpstr>
      <vt:lpstr>Quarto Front Matter</vt:lpstr>
      <vt:lpstr>Quarto Front Matter</vt:lpstr>
      <vt:lpstr>PowerPoint Presentation</vt:lpstr>
      <vt:lpstr>Interactive Development Environments (IDEs)</vt:lpstr>
      <vt:lpstr>Basic Command-Line Use</vt:lpstr>
      <vt:lpstr>Sharing Quarto reports</vt:lpstr>
      <vt:lpstr>PowerPoint Presentation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Template - APHL Standard</dc:title>
  <dc:creator>Pete</dc:creator>
  <cp:lastModifiedBy>Jared Johnson</cp:lastModifiedBy>
  <cp:revision>276</cp:revision>
  <dcterms:created xsi:type="dcterms:W3CDTF">2021-06-20T22:31:28Z</dcterms:created>
  <dcterms:modified xsi:type="dcterms:W3CDTF">2026-03-06T14:40:37Z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0x01010020652557341E8847A7E3162F2FFD5E72</vt:lpwstr>
  </property>
  <property fmtid="{D5CDD505-2E9C-101B-9397-08002B2CF9AE}" pid="3" name="_dlc_DocIdItemGuid">
    <vt:lpwstr>56672be4-acaf-4bde-8631-d4bcf66a18f0</vt:lpwstr>
  </property>
  <property fmtid="{D5CDD505-2E9C-101B-9397-08002B2CF9AE}" pid="4" name="_ExtendedDescription">
    <vt:lpwstr/>
  </property>
  <property fmtid="{D5CDD505-2E9C-101B-9397-08002B2CF9AE}" pid="5" name="MediaServiceImageTags">
    <vt:lpwstr/>
  </property>
</Properties>
</file>