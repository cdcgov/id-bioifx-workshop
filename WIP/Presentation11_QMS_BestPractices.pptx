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57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090D28-3618-4CC0-A31F-7449FA32D3CE}" v="187" dt="2026-02-12T19:15:24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cek, Kristine (CDC/NCIRD/ID)" userId="6968fe67-e578-4b37-8ec2-35ccd259d77e" providerId="ADAL" clId="{CFBFF4D6-F535-442F-835C-0B419F609099}"/>
    <pc:docChg chg="undo custSel addSld delSld modSld">
      <pc:chgData name="Lacek, Kristine (CDC/NCIRD/ID)" userId="6968fe67-e578-4b37-8ec2-35ccd259d77e" providerId="ADAL" clId="{CFBFF4D6-F535-442F-835C-0B419F609099}" dt="2026-02-12T21:02:03.833" v="572"/>
      <pc:docMkLst>
        <pc:docMk/>
      </pc:docMkLst>
      <pc:sldChg chg="addSp delSp modSp mod">
        <pc:chgData name="Lacek, Kristine (CDC/NCIRD/ID)" userId="6968fe67-e578-4b37-8ec2-35ccd259d77e" providerId="ADAL" clId="{CFBFF4D6-F535-442F-835C-0B419F609099}" dt="2026-02-10T21:38:54.344" v="534" actId="20577"/>
        <pc:sldMkLst>
          <pc:docMk/>
          <pc:sldMk cId="109857222" sldId="256"/>
        </pc:sldMkLst>
        <pc:spChg chg="add mod">
          <ac:chgData name="Lacek, Kristine (CDC/NCIRD/ID)" userId="6968fe67-e578-4b37-8ec2-35ccd259d77e" providerId="ADAL" clId="{CFBFF4D6-F535-442F-835C-0B419F609099}" dt="2026-02-10T21:38:54.344" v="534" actId="20577"/>
          <ac:spMkLst>
            <pc:docMk/>
            <pc:sldMk cId="109857222" sldId="256"/>
            <ac:spMk id="4" creationId="{09DAC700-638F-A9A6-14B7-9E1399947D3E}"/>
          </ac:spMkLst>
        </pc:spChg>
        <pc:spChg chg="add mod">
          <ac:chgData name="Lacek, Kristine (CDC/NCIRD/ID)" userId="6968fe67-e578-4b37-8ec2-35ccd259d77e" providerId="ADAL" clId="{CFBFF4D6-F535-442F-835C-0B419F609099}" dt="2026-02-09T16:29:51.372" v="2"/>
          <ac:spMkLst>
            <pc:docMk/>
            <pc:sldMk cId="109857222" sldId="256"/>
            <ac:spMk id="5" creationId="{86CA1D82-8C3A-F617-D2EA-4F0E28EA399B}"/>
          </ac:spMkLst>
        </pc:spChg>
        <pc:spChg chg="add mod">
          <ac:chgData name="Lacek, Kristine (CDC/NCIRD/ID)" userId="6968fe67-e578-4b37-8ec2-35ccd259d77e" providerId="ADAL" clId="{CFBFF4D6-F535-442F-835C-0B419F609099}" dt="2026-02-09T21:29:33.551" v="504" actId="20577"/>
          <ac:spMkLst>
            <pc:docMk/>
            <pc:sldMk cId="109857222" sldId="256"/>
            <ac:spMk id="6" creationId="{CD2955C9-E9DA-2654-F748-1B92402B3C49}"/>
          </ac:spMkLst>
        </pc:spChg>
        <pc:picChg chg="add mod">
          <ac:chgData name="Lacek, Kristine (CDC/NCIRD/ID)" userId="6968fe67-e578-4b37-8ec2-35ccd259d77e" providerId="ADAL" clId="{CFBFF4D6-F535-442F-835C-0B419F609099}" dt="2026-02-09T16:29:51.372" v="2"/>
          <ac:picMkLst>
            <pc:docMk/>
            <pc:sldMk cId="109857222" sldId="256"/>
            <ac:picMk id="7" creationId="{60650807-60A9-AF3A-03C2-FC4920CB88A4}"/>
          </ac:picMkLst>
        </pc:picChg>
        <pc:picChg chg="add mod">
          <ac:chgData name="Lacek, Kristine (CDC/NCIRD/ID)" userId="6968fe67-e578-4b37-8ec2-35ccd259d77e" providerId="ADAL" clId="{CFBFF4D6-F535-442F-835C-0B419F609099}" dt="2026-02-09T21:30:11.636" v="507"/>
          <ac:picMkLst>
            <pc:docMk/>
            <pc:sldMk cId="109857222" sldId="256"/>
            <ac:picMk id="10" creationId="{40F6D935-C53C-DEED-D001-7889C6B89FDF}"/>
          </ac:picMkLst>
        </pc:picChg>
      </pc:sldChg>
      <pc:sldChg chg="addSp delSp modSp new mod">
        <pc:chgData name="Lacek, Kristine (CDC/NCIRD/ID)" userId="6968fe67-e578-4b37-8ec2-35ccd259d77e" providerId="ADAL" clId="{CFBFF4D6-F535-442F-835C-0B419F609099}" dt="2026-02-09T21:31:57.329" v="511"/>
        <pc:sldMkLst>
          <pc:docMk/>
          <pc:sldMk cId="2193322740" sldId="257"/>
        </pc:sldMkLst>
        <pc:spChg chg="add mod">
          <ac:chgData name="Lacek, Kristine (CDC/NCIRD/ID)" userId="6968fe67-e578-4b37-8ec2-35ccd259d77e" providerId="ADAL" clId="{CFBFF4D6-F535-442F-835C-0B419F609099}" dt="2026-02-09T16:32:09.877" v="164"/>
          <ac:spMkLst>
            <pc:docMk/>
            <pc:sldMk cId="2193322740" sldId="257"/>
            <ac:spMk id="6" creationId="{C0A90635-406D-A077-990C-8AA57AEA164B}"/>
          </ac:spMkLst>
        </pc:spChg>
        <pc:spChg chg="add mod">
          <ac:chgData name="Lacek, Kristine (CDC/NCIRD/ID)" userId="6968fe67-e578-4b37-8ec2-35ccd259d77e" providerId="ADAL" clId="{CFBFF4D6-F535-442F-835C-0B419F609099}" dt="2026-02-09T16:32:09.877" v="164"/>
          <ac:spMkLst>
            <pc:docMk/>
            <pc:sldMk cId="2193322740" sldId="257"/>
            <ac:spMk id="7" creationId="{0B187650-0711-BDC5-9677-353FED4B82D7}"/>
          </ac:spMkLst>
        </pc:spChg>
        <pc:spChg chg="add mod">
          <ac:chgData name="Lacek, Kristine (CDC/NCIRD/ID)" userId="6968fe67-e578-4b37-8ec2-35ccd259d77e" providerId="ADAL" clId="{CFBFF4D6-F535-442F-835C-0B419F609099}" dt="2026-02-09T21:31:57.329" v="511"/>
          <ac:spMkLst>
            <pc:docMk/>
            <pc:sldMk cId="2193322740" sldId="257"/>
            <ac:spMk id="9" creationId="{FF4E70AA-61B7-C320-A819-0E670B9A3E34}"/>
          </ac:spMkLst>
        </pc:spChg>
        <pc:picChg chg="add mod">
          <ac:chgData name="Lacek, Kristine (CDC/NCIRD/ID)" userId="6968fe67-e578-4b37-8ec2-35ccd259d77e" providerId="ADAL" clId="{CFBFF4D6-F535-442F-835C-0B419F609099}" dt="2026-02-09T16:32:09.877" v="164"/>
          <ac:picMkLst>
            <pc:docMk/>
            <pc:sldMk cId="2193322740" sldId="257"/>
            <ac:picMk id="8" creationId="{98131CB9-377D-59CE-B248-FA902F220E69}"/>
          </ac:picMkLst>
        </pc:picChg>
      </pc:sldChg>
      <pc:sldChg chg="add">
        <pc:chgData name="Lacek, Kristine (CDC/NCIRD/ID)" userId="6968fe67-e578-4b37-8ec2-35ccd259d77e" providerId="ADAL" clId="{CFBFF4D6-F535-442F-835C-0B419F609099}" dt="2026-02-09T22:39:59.972" v="529"/>
        <pc:sldMkLst>
          <pc:docMk/>
          <pc:sldMk cId="497633010" sldId="258"/>
        </pc:sldMkLst>
      </pc:sldChg>
      <pc:sldChg chg="modSp add mod">
        <pc:chgData name="Lacek, Kristine (CDC/NCIRD/ID)" userId="6968fe67-e578-4b37-8ec2-35ccd259d77e" providerId="ADAL" clId="{CFBFF4D6-F535-442F-835C-0B419F609099}" dt="2026-02-12T18:52:18.789" v="548" actId="1076"/>
        <pc:sldMkLst>
          <pc:docMk/>
          <pc:sldMk cId="3122079489" sldId="259"/>
        </pc:sldMkLst>
        <pc:spChg chg="mod">
          <ac:chgData name="Lacek, Kristine (CDC/NCIRD/ID)" userId="6968fe67-e578-4b37-8ec2-35ccd259d77e" providerId="ADAL" clId="{CFBFF4D6-F535-442F-835C-0B419F609099}" dt="2026-02-09T20:34:00.111" v="193" actId="20577"/>
          <ac:spMkLst>
            <pc:docMk/>
            <pc:sldMk cId="3122079489" sldId="259"/>
            <ac:spMk id="7" creationId="{81152E5D-315E-A9B9-8F86-16F788AC6EA9}"/>
          </ac:spMkLst>
        </pc:spChg>
        <pc:spChg chg="mod">
          <ac:chgData name="Lacek, Kristine (CDC/NCIRD/ID)" userId="6968fe67-e578-4b37-8ec2-35ccd259d77e" providerId="ADAL" clId="{CFBFF4D6-F535-442F-835C-0B419F609099}" dt="2026-02-12T18:52:18.789" v="548" actId="1076"/>
          <ac:spMkLst>
            <pc:docMk/>
            <pc:sldMk cId="3122079489" sldId="259"/>
            <ac:spMk id="9" creationId="{450FC4D9-B381-54A2-A54A-BA6D52274254}"/>
          </ac:spMkLst>
        </pc:spChg>
      </pc:sldChg>
      <pc:sldChg chg="modSp add mod">
        <pc:chgData name="Lacek, Kristine (CDC/NCIRD/ID)" userId="6968fe67-e578-4b37-8ec2-35ccd259d77e" providerId="ADAL" clId="{CFBFF4D6-F535-442F-835C-0B419F609099}" dt="2026-02-09T20:48:46.756" v="209" actId="2711"/>
        <pc:sldMkLst>
          <pc:docMk/>
          <pc:sldMk cId="203627600" sldId="260"/>
        </pc:sldMkLst>
        <pc:spChg chg="mod">
          <ac:chgData name="Lacek, Kristine (CDC/NCIRD/ID)" userId="6968fe67-e578-4b37-8ec2-35ccd259d77e" providerId="ADAL" clId="{CFBFF4D6-F535-442F-835C-0B419F609099}" dt="2026-02-09T20:48:46.756" v="209" actId="2711"/>
          <ac:spMkLst>
            <pc:docMk/>
            <pc:sldMk cId="203627600" sldId="260"/>
            <ac:spMk id="9" creationId="{7D5BE8D2-4AF1-2426-024B-4D6B203ABF8A}"/>
          </ac:spMkLst>
        </pc:spChg>
      </pc:sldChg>
      <pc:sldChg chg="modSp add mod">
        <pc:chgData name="Lacek, Kristine (CDC/NCIRD/ID)" userId="6968fe67-e578-4b37-8ec2-35ccd259d77e" providerId="ADAL" clId="{CFBFF4D6-F535-442F-835C-0B419F609099}" dt="2026-02-09T20:53:23.226" v="305" actId="1076"/>
        <pc:sldMkLst>
          <pc:docMk/>
          <pc:sldMk cId="1982959641" sldId="261"/>
        </pc:sldMkLst>
        <pc:spChg chg="mod">
          <ac:chgData name="Lacek, Kristine (CDC/NCIRD/ID)" userId="6968fe67-e578-4b37-8ec2-35ccd259d77e" providerId="ADAL" clId="{CFBFF4D6-F535-442F-835C-0B419F609099}" dt="2026-02-09T20:53:23.226" v="305" actId="1076"/>
          <ac:spMkLst>
            <pc:docMk/>
            <pc:sldMk cId="1982959641" sldId="261"/>
            <ac:spMk id="9" creationId="{4585AD3E-91DF-3F6E-2378-092DB43669E5}"/>
          </ac:spMkLst>
        </pc:spChg>
      </pc:sldChg>
      <pc:sldChg chg="modSp add mod">
        <pc:chgData name="Lacek, Kristine (CDC/NCIRD/ID)" userId="6968fe67-e578-4b37-8ec2-35ccd259d77e" providerId="ADAL" clId="{CFBFF4D6-F535-442F-835C-0B419F609099}" dt="2026-02-09T20:53:19.333" v="304" actId="1076"/>
        <pc:sldMkLst>
          <pc:docMk/>
          <pc:sldMk cId="2252722021" sldId="262"/>
        </pc:sldMkLst>
        <pc:spChg chg="mod">
          <ac:chgData name="Lacek, Kristine (CDC/NCIRD/ID)" userId="6968fe67-e578-4b37-8ec2-35ccd259d77e" providerId="ADAL" clId="{CFBFF4D6-F535-442F-835C-0B419F609099}" dt="2026-02-09T20:53:19.333" v="304" actId="1076"/>
          <ac:spMkLst>
            <pc:docMk/>
            <pc:sldMk cId="2252722021" sldId="262"/>
            <ac:spMk id="9" creationId="{D7290DEF-5562-8711-A70A-DD405333B885}"/>
          </ac:spMkLst>
        </pc:spChg>
      </pc:sldChg>
      <pc:sldChg chg="addSp delSp modSp add mod">
        <pc:chgData name="Lacek, Kristine (CDC/NCIRD/ID)" userId="6968fe67-e578-4b37-8ec2-35ccd259d77e" providerId="ADAL" clId="{CFBFF4D6-F535-442F-835C-0B419F609099}" dt="2026-02-09T20:56:32.073" v="492" actId="1076"/>
        <pc:sldMkLst>
          <pc:docMk/>
          <pc:sldMk cId="2903507923" sldId="263"/>
        </pc:sldMkLst>
        <pc:spChg chg="add mod">
          <ac:chgData name="Lacek, Kristine (CDC/NCIRD/ID)" userId="6968fe67-e578-4b37-8ec2-35ccd259d77e" providerId="ADAL" clId="{CFBFF4D6-F535-442F-835C-0B419F609099}" dt="2026-02-09T20:55:38.714" v="484" actId="33524"/>
          <ac:spMkLst>
            <pc:docMk/>
            <pc:sldMk cId="2903507923" sldId="263"/>
            <ac:spMk id="3" creationId="{C3E84881-E64B-9896-B0F0-3F9E5D920313}"/>
          </ac:spMkLst>
        </pc:spChg>
        <pc:spChg chg="mod">
          <ac:chgData name="Lacek, Kristine (CDC/NCIRD/ID)" userId="6968fe67-e578-4b37-8ec2-35ccd259d77e" providerId="ADAL" clId="{CFBFF4D6-F535-442F-835C-0B419F609099}" dt="2026-02-09T20:53:32.323" v="314" actId="20577"/>
          <ac:spMkLst>
            <pc:docMk/>
            <pc:sldMk cId="2903507923" sldId="263"/>
            <ac:spMk id="7" creationId="{3928F4AA-A137-2D79-9FD4-CA73A6BDF8C7}"/>
          </ac:spMkLst>
        </pc:spChg>
        <pc:picChg chg="add mod">
          <ac:chgData name="Lacek, Kristine (CDC/NCIRD/ID)" userId="6968fe67-e578-4b37-8ec2-35ccd259d77e" providerId="ADAL" clId="{CFBFF4D6-F535-442F-835C-0B419F609099}" dt="2026-02-09T20:56:01.408" v="487" actId="1076"/>
          <ac:picMkLst>
            <pc:docMk/>
            <pc:sldMk cId="2903507923" sldId="263"/>
            <ac:picMk id="4" creationId="{77A119D8-4406-2ED0-669C-B3E9AF240A1E}"/>
          </ac:picMkLst>
        </pc:picChg>
        <pc:picChg chg="add mod">
          <ac:chgData name="Lacek, Kristine (CDC/NCIRD/ID)" userId="6968fe67-e578-4b37-8ec2-35ccd259d77e" providerId="ADAL" clId="{CFBFF4D6-F535-442F-835C-0B419F609099}" dt="2026-02-09T20:56:32.073" v="492" actId="1076"/>
          <ac:picMkLst>
            <pc:docMk/>
            <pc:sldMk cId="2903507923" sldId="263"/>
            <ac:picMk id="5" creationId="{820ADC9E-89A3-AD87-3499-289A55313E20}"/>
          </ac:picMkLst>
        </pc:picChg>
      </pc:sldChg>
      <pc:sldChg chg="addSp modSp add mod">
        <pc:chgData name="Lacek, Kristine (CDC/NCIRD/ID)" userId="6968fe67-e578-4b37-8ec2-35ccd259d77e" providerId="ADAL" clId="{CFBFF4D6-F535-442F-835C-0B419F609099}" dt="2026-02-11T21:32:31.644" v="547" actId="1076"/>
        <pc:sldMkLst>
          <pc:docMk/>
          <pc:sldMk cId="3360689093" sldId="264"/>
        </pc:sldMkLst>
        <pc:spChg chg="mod">
          <ac:chgData name="Lacek, Kristine (CDC/NCIRD/ID)" userId="6968fe67-e578-4b37-8ec2-35ccd259d77e" providerId="ADAL" clId="{CFBFF4D6-F535-442F-835C-0B419F609099}" dt="2026-02-11T21:32:25.407" v="545" actId="14100"/>
          <ac:spMkLst>
            <pc:docMk/>
            <pc:sldMk cId="3360689093" sldId="264"/>
            <ac:spMk id="3" creationId="{328E1BF0-9AF6-154A-4A61-EEC7D57666CE}"/>
          </ac:spMkLst>
        </pc:spChg>
        <pc:picChg chg="add mod">
          <ac:chgData name="Lacek, Kristine (CDC/NCIRD/ID)" userId="6968fe67-e578-4b37-8ec2-35ccd259d77e" providerId="ADAL" clId="{CFBFF4D6-F535-442F-835C-0B419F609099}" dt="2026-02-11T21:32:31.644" v="547" actId="1076"/>
          <ac:picMkLst>
            <pc:docMk/>
            <pc:sldMk cId="3360689093" sldId="264"/>
            <ac:picMk id="4" creationId="{8AF25FF8-B230-583C-23B6-A49DCA9A5CC2}"/>
          </ac:picMkLst>
        </pc:picChg>
        <pc:picChg chg="add mod">
          <ac:chgData name="Lacek, Kristine (CDC/NCIRD/ID)" userId="6968fe67-e578-4b37-8ec2-35ccd259d77e" providerId="ADAL" clId="{CFBFF4D6-F535-442F-835C-0B419F609099}" dt="2026-02-11T21:32:28.830" v="546" actId="1076"/>
          <ac:picMkLst>
            <pc:docMk/>
            <pc:sldMk cId="3360689093" sldId="264"/>
            <ac:picMk id="9" creationId="{15F194D4-2883-B169-5895-77512CBEEE67}"/>
          </ac:picMkLst>
        </pc:picChg>
      </pc:sldChg>
      <pc:sldChg chg="addSp modSp add mod modNotesTx">
        <pc:chgData name="Lacek, Kristine (CDC/NCIRD/ID)" userId="6968fe67-e578-4b37-8ec2-35ccd259d77e" providerId="ADAL" clId="{CFBFF4D6-F535-442F-835C-0B419F609099}" dt="2026-02-09T21:13:34.668" v="501" actId="20577"/>
        <pc:sldMkLst>
          <pc:docMk/>
          <pc:sldMk cId="3759157832" sldId="265"/>
        </pc:sldMkLst>
        <pc:spChg chg="mod">
          <ac:chgData name="Lacek, Kristine (CDC/NCIRD/ID)" userId="6968fe67-e578-4b37-8ec2-35ccd259d77e" providerId="ADAL" clId="{CFBFF4D6-F535-442F-835C-0B419F609099}" dt="2026-02-09T21:09:08.730" v="498" actId="12"/>
          <ac:spMkLst>
            <pc:docMk/>
            <pc:sldMk cId="3759157832" sldId="265"/>
            <ac:spMk id="3" creationId="{A068B9C8-C672-E423-EFEF-3017569AFE2E}"/>
          </ac:spMkLst>
        </pc:spChg>
        <pc:picChg chg="add mod">
          <ac:chgData name="Lacek, Kristine (CDC/NCIRD/ID)" userId="6968fe67-e578-4b37-8ec2-35ccd259d77e" providerId="ADAL" clId="{CFBFF4D6-F535-442F-835C-0B419F609099}" dt="2026-02-09T21:13:23.435" v="500" actId="1076"/>
          <ac:picMkLst>
            <pc:docMk/>
            <pc:sldMk cId="3759157832" sldId="265"/>
            <ac:picMk id="2" creationId="{8201D40A-5559-298D-9969-E7E2D3329656}"/>
          </ac:picMkLst>
        </pc:picChg>
      </pc:sldChg>
      <pc:sldChg chg="addSp delSp modSp add mod">
        <pc:chgData name="Lacek, Kristine (CDC/NCIRD/ID)" userId="6968fe67-e578-4b37-8ec2-35ccd259d77e" providerId="ADAL" clId="{CFBFF4D6-F535-442F-835C-0B419F609099}" dt="2026-02-12T19:16:10.079" v="564" actId="5793"/>
        <pc:sldMkLst>
          <pc:docMk/>
          <pc:sldMk cId="1344795697" sldId="266"/>
        </pc:sldMkLst>
        <pc:spChg chg="add mod">
          <ac:chgData name="Lacek, Kristine (CDC/NCIRD/ID)" userId="6968fe67-e578-4b37-8ec2-35ccd259d77e" providerId="ADAL" clId="{CFBFF4D6-F535-442F-835C-0B419F609099}" dt="2026-02-12T19:16:10.079" v="564" actId="5793"/>
          <ac:spMkLst>
            <pc:docMk/>
            <pc:sldMk cId="1344795697" sldId="266"/>
            <ac:spMk id="2" creationId="{CEDB65E0-9D5C-E745-47AA-FA7D8CDF1051}"/>
          </ac:spMkLst>
        </pc:spChg>
        <pc:spChg chg="mod">
          <ac:chgData name="Lacek, Kristine (CDC/NCIRD/ID)" userId="6968fe67-e578-4b37-8ec2-35ccd259d77e" providerId="ADAL" clId="{CFBFF4D6-F535-442F-835C-0B419F609099}" dt="2026-02-09T21:33:46.147" v="524" actId="6549"/>
          <ac:spMkLst>
            <pc:docMk/>
            <pc:sldMk cId="1344795697" sldId="266"/>
            <ac:spMk id="7" creationId="{81219D3F-96DB-04AD-FB81-BC46B418C04F}"/>
          </ac:spMkLst>
        </pc:spChg>
      </pc:sldChg>
      <pc:sldChg chg="delSp modSp add mod">
        <pc:chgData name="Lacek, Kristine (CDC/NCIRD/ID)" userId="6968fe67-e578-4b37-8ec2-35ccd259d77e" providerId="ADAL" clId="{CFBFF4D6-F535-442F-835C-0B419F609099}" dt="2026-02-12T21:02:03.833" v="572"/>
        <pc:sldMkLst>
          <pc:docMk/>
          <pc:sldMk cId="439621260" sldId="267"/>
        </pc:sldMkLst>
        <pc:spChg chg="del mod">
          <ac:chgData name="Lacek, Kristine (CDC/NCIRD/ID)" userId="6968fe67-e578-4b37-8ec2-35ccd259d77e" providerId="ADAL" clId="{CFBFF4D6-F535-442F-835C-0B419F609099}" dt="2026-02-12T20:58:54.284" v="569"/>
          <ac:spMkLst>
            <pc:docMk/>
            <pc:sldMk cId="439621260" sldId="267"/>
            <ac:spMk id="3" creationId="{C32B3014-9FE4-E99D-F2EC-2952ABA3ED96}"/>
          </ac:spMkLst>
        </pc:spChg>
        <pc:spChg chg="del mod">
          <ac:chgData name="Lacek, Kristine (CDC/NCIRD/ID)" userId="6968fe67-e578-4b37-8ec2-35ccd259d77e" providerId="ADAL" clId="{CFBFF4D6-F535-442F-835C-0B419F609099}" dt="2026-02-12T21:02:03.833" v="572"/>
          <ac:spMkLst>
            <pc:docMk/>
            <pc:sldMk cId="439621260" sldId="267"/>
            <ac:spMk id="7" creationId="{4624AB51-5C79-72DF-BD18-94C6433FE27E}"/>
          </ac:spMkLst>
        </pc:spChg>
        <pc:picChg chg="del">
          <ac:chgData name="Lacek, Kristine (CDC/NCIRD/ID)" userId="6968fe67-e578-4b37-8ec2-35ccd259d77e" providerId="ADAL" clId="{CFBFF4D6-F535-442F-835C-0B419F609099}" dt="2026-02-12T20:58:54.284" v="567" actId="478"/>
          <ac:picMkLst>
            <pc:docMk/>
            <pc:sldMk cId="439621260" sldId="267"/>
            <ac:picMk id="2" creationId="{DEA28B96-D8DE-75AB-C90F-0D4E4FD21900}"/>
          </ac:picMkLst>
        </pc:picChg>
      </pc:sldChg>
    </pc:docChg>
  </pc:docChgLst>
  <pc:docChgLst>
    <pc:chgData name="Lacek, Kristine (CDC/NCIRD/ID)" userId="S::qgx6@cdc.gov::6968fe67-e578-4b37-8ec2-35ccd259d77e" providerId="AD" clId="Web-{7006F76E-E66B-4E1D-3CBC-EE71A6DA6024}"/>
    <pc:docChg chg="mod">
      <pc:chgData name="Lacek, Kristine (CDC/NCIRD/ID)" userId="S::qgx6@cdc.gov::6968fe67-e578-4b37-8ec2-35ccd259d77e" providerId="AD" clId="Web-{7006F76E-E66B-4E1D-3CBC-EE71A6DA6024}" dt="2026-02-09T16:23:40.068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001E2-4C32-47B2-A93F-244F873B1665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9FE1F-4F72-4F7D-A544-81986FA57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23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https://www.atlassian.com/git/tutorials/using-branches/git-merge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9FE1F-4F72-4F7D-A544-81986FA573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37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9451A-DAF5-1C9A-BDE7-33C1F2349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48E7B-6145-4BBD-BA53-2C52C3FBE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70377-2A12-B229-4D26-427F05875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https://www.atlassian.com/git/tutorials/using-branches/git-merge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4DC6A-0609-F8E6-9CB7-E230AEDF5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9FE1F-4F72-4F7D-A544-81986FA573F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15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DAC700-638F-A9A6-14B7-9E1399947D3E}"/>
              </a:ext>
            </a:extLst>
          </p:cNvPr>
          <p:cNvSpPr txBox="1"/>
          <p:nvPr/>
        </p:nvSpPr>
        <p:spPr>
          <a:xfrm>
            <a:off x="600390" y="2522441"/>
            <a:ext cx="6900333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3900"/>
              </a:lnSpc>
            </a:pPr>
            <a:r>
              <a:rPr lang="en-US" sz="3200" dirty="0">
                <a:solidFill>
                  <a:srgbClr val="000000"/>
                </a:solidFill>
                <a:ea typeface="+mn-lt"/>
                <a:cs typeface="+mn-lt"/>
              </a:rPr>
              <a:t>Leveraging QMS for Bioinformatics and programming best practices</a:t>
            </a:r>
          </a:p>
          <a:p>
            <a:pPr>
              <a:lnSpc>
                <a:spcPts val="3900"/>
              </a:lnSpc>
            </a:pPr>
            <a:r>
              <a:rPr lang="en-US" sz="280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>
              <a:lnSpc>
                <a:spcPts val="3900"/>
              </a:lnSpc>
            </a:pPr>
            <a:r>
              <a:rPr lang="en-US" sz="2800" dirty="0">
                <a:solidFill>
                  <a:srgbClr val="88C3EA"/>
                </a:solidFill>
                <a:latin typeface="Calibri"/>
                <a:ea typeface="Segoe UI"/>
                <a:cs typeface="Segoe UI"/>
              </a:rPr>
              <a:t>Presenter Name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 sz="2800" dirty="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A1D82-8C3A-F617-D2EA-4F0E28EA399B}"/>
              </a:ext>
            </a:extLst>
          </p:cNvPr>
          <p:cNvSpPr/>
          <p:nvPr/>
        </p:nvSpPr>
        <p:spPr>
          <a:xfrm>
            <a:off x="76199" y="457200"/>
            <a:ext cx="12115801" cy="1097280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2955C9-E9DA-2654-F748-1B92402B3C49}"/>
              </a:ext>
            </a:extLst>
          </p:cNvPr>
          <p:cNvSpPr txBox="1"/>
          <p:nvPr/>
        </p:nvSpPr>
        <p:spPr>
          <a:xfrm>
            <a:off x="600390" y="553818"/>
            <a:ext cx="6282746" cy="76944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US" sz="4400" dirty="0"/>
              <a:t>QMS and Best Practices</a:t>
            </a:r>
          </a:p>
        </p:txBody>
      </p:sp>
      <p:pic>
        <p:nvPicPr>
          <p:cNvPr id="7" name="Picture 6" descr="4fbf492d-794b-4e01-9b08-303105cf04ef.png">
            <a:extLst>
              <a:ext uri="{FF2B5EF4-FFF2-40B4-BE49-F238E27FC236}">
                <a16:creationId xmlns:a16="http://schemas.microsoft.com/office/drawing/2014/main" id="{60650807-60A9-AF3A-03C2-FC4920CB8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541" y="548641"/>
            <a:ext cx="142206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6D935-C53C-DEED-D001-7889C6B89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298" y="1880558"/>
            <a:ext cx="6780363" cy="452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1D94-BD5D-A0CB-5BBE-63D0F755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ECC031-1E7A-651E-3C19-085875BEC009}"/>
              </a:ext>
            </a:extLst>
          </p:cNvPr>
          <p:cNvSpPr/>
          <p:nvPr/>
        </p:nvSpPr>
        <p:spPr>
          <a:xfrm>
            <a:off x="0" y="-45720"/>
            <a:ext cx="12188952" cy="731520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8247D-D297-7403-AF0B-241DE5C67836}"/>
              </a:ext>
            </a:extLst>
          </p:cNvPr>
          <p:cNvSpPr txBox="1"/>
          <p:nvPr/>
        </p:nvSpPr>
        <p:spPr>
          <a:xfrm>
            <a:off x="188596" y="15301"/>
            <a:ext cx="1968809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z="3200" dirty="0"/>
              <a:t>Disclaimer</a:t>
            </a:r>
          </a:p>
        </p:txBody>
      </p:sp>
      <p:pic>
        <p:nvPicPr>
          <p:cNvPr id="5" name="Picture 4" descr="4fbf492d-794b-4e01-9b08-303105cf04ef.png">
            <a:extLst>
              <a:ext uri="{FF2B5EF4-FFF2-40B4-BE49-F238E27FC236}">
                <a16:creationId xmlns:a16="http://schemas.microsoft.com/office/drawing/2014/main" id="{1837F200-471D-A57B-F584-2C607BF26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550" y="6296025"/>
            <a:ext cx="853236" cy="5486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5F9D54-C541-7C5E-977A-C86A79CB1C53}"/>
              </a:ext>
            </a:extLst>
          </p:cNvPr>
          <p:cNvSpPr/>
          <p:nvPr/>
        </p:nvSpPr>
        <p:spPr>
          <a:xfrm>
            <a:off x="3505200" y="2286000"/>
            <a:ext cx="914400" cy="274320"/>
          </a:xfrm>
          <a:prstGeom prst="rect">
            <a:avLst/>
          </a:prstGeom>
          <a:solidFill>
            <a:srgbClr val="88C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>
              <a:defRPr/>
            </a:pPr>
            <a:endParaRPr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763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0A90635-406D-A077-990C-8AA57AEA164B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187650-0711-BDC5-9677-353FED4B82D7}"/>
              </a:ext>
            </a:extLst>
          </p:cNvPr>
          <p:cNvSpPr txBox="1"/>
          <p:nvPr/>
        </p:nvSpPr>
        <p:spPr>
          <a:xfrm>
            <a:off x="627960" y="99383"/>
            <a:ext cx="458927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Module Objectives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98131CB9-377D-59CE-B248-FA902F220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4E70AA-61B7-C320-A819-0E670B9A3E34}"/>
              </a:ext>
            </a:extLst>
          </p:cNvPr>
          <p:cNvSpPr txBox="1"/>
          <p:nvPr/>
        </p:nvSpPr>
        <p:spPr>
          <a:xfrm>
            <a:off x="308783" y="1320730"/>
            <a:ext cx="1049724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Trainees will be able to describe a quality management system and its components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Apply quality management system (QMS) principles to pre-analytical and analytical phases of NGS workflow including quality control steps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400" dirty="0"/>
              <a:t>Faculty will emphasize the importance of documentation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93322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4CDCD-C14E-0AAA-94AB-983E27544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99021B-C39B-7B94-C318-87EAB77B78B0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219D3F-96DB-04AD-FB81-BC46B418C04F}"/>
              </a:ext>
            </a:extLst>
          </p:cNvPr>
          <p:cNvSpPr txBox="1"/>
          <p:nvPr/>
        </p:nvSpPr>
        <p:spPr>
          <a:xfrm>
            <a:off x="627960" y="99383"/>
            <a:ext cx="373621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defTabSz="457200">
              <a:defRPr sz="4400" b="1">
                <a:solidFill>
                  <a:srgbClr val="FFFFFF"/>
                </a:solidFill>
              </a:defRPr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Reproducibility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1243A2D8-3DD9-09D9-EBE9-5BDF37BF5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DB65E0-9D5C-E745-47AA-FA7D8CDF1051}"/>
              </a:ext>
            </a:extLst>
          </p:cNvPr>
          <p:cNvSpPr txBox="1"/>
          <p:nvPr/>
        </p:nvSpPr>
        <p:spPr>
          <a:xfrm>
            <a:off x="627960" y="1655064"/>
            <a:ext cx="74736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input + same methods = same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principle of computational (all) science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 software versions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Aligners,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samtools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variant callers, workflow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 parameters and references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Primer schemes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thresholds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workflow managers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Snakemake,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Nextflow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structured, repeatable runs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containers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 or Singularity ensure consistent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changes with version control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 for scripts and pipeline development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79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BBEDE-836F-EBEF-40FB-EF83D8C56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B500474-C0E7-C0AD-E400-10A8718CC3CF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52E5D-315E-A9B9-8F86-16F788AC6EA9}"/>
              </a:ext>
            </a:extLst>
          </p:cNvPr>
          <p:cNvSpPr txBox="1"/>
          <p:nvPr/>
        </p:nvSpPr>
        <p:spPr>
          <a:xfrm>
            <a:off x="627960" y="99383"/>
            <a:ext cx="38250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Documentation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C235BEDE-668E-3015-ADBF-8DE9839C2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0FC4D9-B381-54A2-A54A-BA6D52274254}"/>
              </a:ext>
            </a:extLst>
          </p:cNvPr>
          <p:cNvSpPr txBox="1"/>
          <p:nvPr/>
        </p:nvSpPr>
        <p:spPr>
          <a:xfrm>
            <a:off x="536865" y="1381115"/>
            <a:ext cx="10497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Explains how tools and pipelines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Inputs, outputs, parameters, and assumptions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reproducibility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Others (and future you) can rerun the same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errors and misuse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defaults and examples prevent incorrect runs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Essential for collaboration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Shared understanding across labs, teams, and institutions</a:t>
            </a:r>
          </a:p>
          <a:p>
            <a:pPr fontAlgn="base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079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2CC1-7CD5-F081-D72E-392C9D6B6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20BBE2-2812-691A-6C6E-B68A377C36D0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2D26A-F841-C903-E887-97E6B36F4C46}"/>
              </a:ext>
            </a:extLst>
          </p:cNvPr>
          <p:cNvSpPr txBox="1"/>
          <p:nvPr/>
        </p:nvSpPr>
        <p:spPr>
          <a:xfrm>
            <a:off x="627960" y="99383"/>
            <a:ext cx="38250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Documentation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080A1B22-4EA1-FA2F-5FD9-BDD8078DF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5BE8D2-4AF1-2426-024B-4D6B203ABF8A}"/>
              </a:ext>
            </a:extLst>
          </p:cNvPr>
          <p:cNvSpPr txBox="1"/>
          <p:nvPr/>
        </p:nvSpPr>
        <p:spPr>
          <a:xfrm>
            <a:off x="308783" y="1458753"/>
            <a:ext cx="10497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Forms of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README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Overview, requirements, and basic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Usage examples &amp; command snippets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Copy-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pasteable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starting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 descriptions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flags do, expected values, and defaults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diagrams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 steps, inputs, and outputs</a:t>
            </a:r>
          </a:p>
        </p:txBody>
      </p:sp>
    </p:spTree>
    <p:extLst>
      <p:ext uri="{BB962C8B-B14F-4D97-AF65-F5344CB8AC3E}">
        <p14:creationId xmlns:p14="http://schemas.microsoft.com/office/powerpoint/2010/main" val="203627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A723-26FB-45C7-1A69-83F3DAFD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BCD540-B05F-0694-BA3F-9A32D3485320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21B8A-3B51-F82A-D364-D6AAD33922B2}"/>
              </a:ext>
            </a:extLst>
          </p:cNvPr>
          <p:cNvSpPr txBox="1"/>
          <p:nvPr/>
        </p:nvSpPr>
        <p:spPr>
          <a:xfrm>
            <a:off x="627960" y="99383"/>
            <a:ext cx="38250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Documentation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E94D8818-CC26-EA73-A4CC-18D7965B0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85AD3E-91DF-3F6E-2378-092DB43669E5}"/>
              </a:ext>
            </a:extLst>
          </p:cNvPr>
          <p:cNvSpPr txBox="1"/>
          <p:nvPr/>
        </p:nvSpPr>
        <p:spPr>
          <a:xfrm>
            <a:off x="627960" y="1493258"/>
            <a:ext cx="10497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 in writing 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Document data formats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FASTQ, FASTA, BAM, reference versions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 software versions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Tools, containers, workflow managers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 example datasets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test cases to validate setup</a:t>
            </a:r>
          </a:p>
        </p:txBody>
      </p:sp>
    </p:spTree>
    <p:extLst>
      <p:ext uri="{BB962C8B-B14F-4D97-AF65-F5344CB8AC3E}">
        <p14:creationId xmlns:p14="http://schemas.microsoft.com/office/powerpoint/2010/main" val="1982959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36C5-6C6D-6F47-39E2-F56246E1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B8E1FCF-A51D-98B3-1388-6B2249F0C966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637CA-7F6A-15F8-E74F-42632CCC98A8}"/>
              </a:ext>
            </a:extLst>
          </p:cNvPr>
          <p:cNvSpPr txBox="1"/>
          <p:nvPr/>
        </p:nvSpPr>
        <p:spPr>
          <a:xfrm>
            <a:off x="627960" y="99383"/>
            <a:ext cx="38250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Documentation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5B3174D4-2D29-6714-4CBE-CA0CF54D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290DEF-5562-8711-A70A-DD405333B885}"/>
              </a:ext>
            </a:extLst>
          </p:cNvPr>
          <p:cNvSpPr txBox="1"/>
          <p:nvPr/>
        </p:nvSpPr>
        <p:spPr>
          <a:xfrm>
            <a:off x="627960" y="1443841"/>
            <a:ext cx="104972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 in using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with the README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 purpose, inputs, outputs, and 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versions and 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 the documentation matches the tool or pipeline version you’re using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 the example first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the provided test or example before real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parameter descriptions carefully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Defaults may not match your experiment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Verify input formats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FASTQ, FASTA, BAM, sample sheets, reference builds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for expected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 files and directories match the documented results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722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890D7-143D-70D6-B6EE-23DE925A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827983-60D2-5E7B-2078-B5A1D96B2C18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28F4AA-A137-2D79-9FD4-CA73A6BDF8C7}"/>
              </a:ext>
            </a:extLst>
          </p:cNvPr>
          <p:cNvSpPr txBox="1"/>
          <p:nvPr/>
        </p:nvSpPr>
        <p:spPr>
          <a:xfrm>
            <a:off x="627960" y="99383"/>
            <a:ext cx="8771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Git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D2412939-1A41-10C5-B999-47583131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E84881-E64B-9896-B0F0-3F9E5D920313}"/>
              </a:ext>
            </a:extLst>
          </p:cNvPr>
          <p:cNvSpPr txBox="1"/>
          <p:nvPr/>
        </p:nvSpPr>
        <p:spPr>
          <a:xfrm>
            <a:off x="442104" y="1666674"/>
            <a:ext cx="74941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Git is a version control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changes to files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Designed for collaboration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people can work on the same codebase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 of it like a shared document (Microsoft office, Google docs)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Keeps a history of your 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what changed, when, and why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Common in bioinformatics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Pipelines, scripts, documentation, and workflows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Gitlab and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most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119D8-4406-2ED0-669C-B3E9AF240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97" y="1354346"/>
            <a:ext cx="3149673" cy="2202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0ADC9E-89A3-AD87-3499-289A55313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068" y="3922421"/>
            <a:ext cx="3729487" cy="209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507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FBF16-0272-8508-5C72-E4184CC6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763097-921C-2243-D1E2-9941E2DEB1BC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1B032-7111-37D3-8EB0-C7BDAAFB1827}"/>
              </a:ext>
            </a:extLst>
          </p:cNvPr>
          <p:cNvSpPr txBox="1"/>
          <p:nvPr/>
        </p:nvSpPr>
        <p:spPr>
          <a:xfrm>
            <a:off x="627960" y="99383"/>
            <a:ext cx="8771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Git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1126D3D3-9E6F-B4E9-BD51-ECDD4C42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8E1BF0-9AF6-154A-4A61-EEC7D57666CE}"/>
              </a:ext>
            </a:extLst>
          </p:cNvPr>
          <p:cNvSpPr txBox="1"/>
          <p:nvPr/>
        </p:nvSpPr>
        <p:spPr>
          <a:xfrm>
            <a:off x="442104" y="1491316"/>
            <a:ext cx="41298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Git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Repository (repo)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project tracked by 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saved snapshot of changes with a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parallel version of the code for development 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Remote repository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Shared copy on platforms like GitHub or GitLab</a:t>
            </a:r>
          </a:p>
        </p:txBody>
      </p:sp>
      <p:pic>
        <p:nvPicPr>
          <p:cNvPr id="4" name="Picture 3" descr="Text&#10;&#10;AI-generated content may be incorrect.">
            <a:extLst>
              <a:ext uri="{FF2B5EF4-FFF2-40B4-BE49-F238E27FC236}">
                <a16:creationId xmlns:a16="http://schemas.microsoft.com/office/drawing/2014/main" id="{8AF25FF8-B230-583C-23B6-A49DCA9A5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212" y="5381958"/>
            <a:ext cx="5243014" cy="1104996"/>
          </a:xfrm>
          <a:prstGeom prst="rect">
            <a:avLst/>
          </a:prstGeom>
        </p:spPr>
      </p:pic>
      <p:pic>
        <p:nvPicPr>
          <p:cNvPr id="9" name="Picture 8" descr="Graphical user interface&#10;&#10;AI-generated content may be incorrect.">
            <a:extLst>
              <a:ext uri="{FF2B5EF4-FFF2-40B4-BE49-F238E27FC236}">
                <a16:creationId xmlns:a16="http://schemas.microsoft.com/office/drawing/2014/main" id="{15F194D4-2883-B169-5895-77512CBEE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540" y="1043063"/>
            <a:ext cx="7198359" cy="400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8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18921-7811-F50D-021E-70065717B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923E7AE-1CBD-F031-7FD2-F92DCC39574D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E7251-9942-CAB4-9F98-625783E1B873}"/>
              </a:ext>
            </a:extLst>
          </p:cNvPr>
          <p:cNvSpPr txBox="1"/>
          <p:nvPr/>
        </p:nvSpPr>
        <p:spPr>
          <a:xfrm>
            <a:off x="627960" y="99383"/>
            <a:ext cx="8771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</a:defRPr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Git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1EE69683-4057-2882-83EC-D1154452E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68B9C8-C672-E423-EFEF-3017569AFE2E}"/>
              </a:ext>
            </a:extLst>
          </p:cNvPr>
          <p:cNvSpPr txBox="1"/>
          <p:nvPr/>
        </p:nvSpPr>
        <p:spPr>
          <a:xfrm>
            <a:off x="442104" y="1491316"/>
            <a:ext cx="74941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Git Commands (User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or get a repository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</a:t>
            </a:r>
            <a:r>
              <a:rPr lang="en-US" dirty="0" err="1"/>
              <a:t>init</a:t>
            </a:r>
            <a:r>
              <a:rPr lang="en-US" dirty="0"/>
              <a:t> — start a repo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clone &lt;repo&gt; — copy an existing repo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and save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status — see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add file — stage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commit -m "message" — save snapshot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Sync with others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pull — get updates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git push — share your changes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01D40A-5559-298D-9969-E7E2D3329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332" y="1075246"/>
            <a:ext cx="762000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5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A3EC-9C48-36DE-4AD3-05D34F9A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8EC496-AE35-8D97-F14C-E166864923E1}"/>
              </a:ext>
            </a:extLst>
          </p:cNvPr>
          <p:cNvSpPr/>
          <p:nvPr/>
        </p:nvSpPr>
        <p:spPr>
          <a:xfrm>
            <a:off x="0" y="-23129"/>
            <a:ext cx="12192000" cy="101237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 descr="4fbf492d-794b-4e01-9b08-303105cf04ef.png">
            <a:extLst>
              <a:ext uri="{FF2B5EF4-FFF2-40B4-BE49-F238E27FC236}">
                <a16:creationId xmlns:a16="http://schemas.microsoft.com/office/drawing/2014/main" id="{8AED82B7-3A69-4F92-8BAB-969A591F5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0970" y="6400800"/>
            <a:ext cx="71103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21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3465</TotalTime>
  <Words>554</Words>
  <Application>Microsoft Office PowerPoint</Application>
  <PresentationFormat>Widescreen</PresentationFormat>
  <Paragraphs>102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Lacek, Kristine (CDC/NCIRD/ID)</cp:lastModifiedBy>
  <cp:revision>2</cp:revision>
  <dcterms:created xsi:type="dcterms:W3CDTF">2026-02-09T16:23:20Z</dcterms:created>
  <dcterms:modified xsi:type="dcterms:W3CDTF">2026-02-12T21:02:12Z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94a7b8-f06c-4dfe-bdcc-9b548fd58c31_Enabled">
    <vt:lpwstr>true</vt:lpwstr>
  </property>
  <property fmtid="{D5CDD505-2E9C-101B-9397-08002B2CF9AE}" pid="3" name="MSIP_Label_7b94a7b8-f06c-4dfe-bdcc-9b548fd58c31_SetDate">
    <vt:lpwstr>2026-02-09T16:23:40Z</vt:lpwstr>
  </property>
  <property fmtid="{D5CDD505-2E9C-101B-9397-08002B2CF9AE}" pid="4" name="MSIP_Label_7b94a7b8-f06c-4dfe-bdcc-9b548fd58c31_Method">
    <vt:lpwstr>Privileged</vt:lpwstr>
  </property>
  <property fmtid="{D5CDD505-2E9C-101B-9397-08002B2CF9AE}" pid="5" name="MSIP_Label_7b94a7b8-f06c-4dfe-bdcc-9b548fd58c31_Name">
    <vt:lpwstr>7b94a7b8-f06c-4dfe-bdcc-9b548fd58c31</vt:lpwstr>
  </property>
  <property fmtid="{D5CDD505-2E9C-101B-9397-08002B2CF9AE}" pid="6" name="MSIP_Label_7b94a7b8-f06c-4dfe-bdcc-9b548fd58c31_SiteId">
    <vt:lpwstr>9ce70869-60db-44fd-abe8-d2767077fc8f</vt:lpwstr>
  </property>
  <property fmtid="{D5CDD505-2E9C-101B-9397-08002B2CF9AE}" pid="7" name="MSIP_Label_7b94a7b8-f06c-4dfe-bdcc-9b548fd58c31_ActionId">
    <vt:lpwstr>aac127e0-ec0f-4e26-b90f-13bf9cce25ae</vt:lpwstr>
  </property>
  <property fmtid="{D5CDD505-2E9C-101B-9397-08002B2CF9AE}" pid="8" name="MSIP_Label_7b94a7b8-f06c-4dfe-bdcc-9b548fd58c31_ContentBits">
    <vt:lpwstr>0</vt:lpwstr>
  </property>
  <property fmtid="{D5CDD505-2E9C-101B-9397-08002B2CF9AE}" pid="9" name="MSIP_Label_7b94a7b8-f06c-4dfe-bdcc-9b548fd58c31_Tag">
    <vt:lpwstr>10, 0, 1, 2</vt:lpwstr>
  </property>
</Properties>
</file>